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1"/>
  </p:sldMasterIdLst>
  <p:notesMasterIdLst>
    <p:notesMasterId r:id="rId23"/>
  </p:notesMasterIdLst>
  <p:handoutMasterIdLst>
    <p:handoutMasterId r:id="rId24"/>
  </p:handoutMasterIdLst>
  <p:sldIdLst>
    <p:sldId id="256" r:id="rId2"/>
    <p:sldId id="294" r:id="rId3"/>
    <p:sldId id="311" r:id="rId4"/>
    <p:sldId id="314" r:id="rId5"/>
    <p:sldId id="412" r:id="rId6"/>
    <p:sldId id="413" r:id="rId7"/>
    <p:sldId id="414" r:id="rId8"/>
    <p:sldId id="415" r:id="rId9"/>
    <p:sldId id="416" r:id="rId10"/>
    <p:sldId id="417" r:id="rId11"/>
    <p:sldId id="418" r:id="rId12"/>
    <p:sldId id="419" r:id="rId13"/>
    <p:sldId id="420" r:id="rId14"/>
    <p:sldId id="338" r:id="rId15"/>
    <p:sldId id="421" r:id="rId16"/>
    <p:sldId id="331" r:id="rId17"/>
    <p:sldId id="333" r:id="rId18"/>
    <p:sldId id="385" r:id="rId19"/>
    <p:sldId id="386" r:id="rId20"/>
    <p:sldId id="387" r:id="rId21"/>
    <p:sldId id="290"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F5333F"/>
    <a:srgbClr val="E72D40"/>
    <a:srgbClr val="CE2D40"/>
    <a:srgbClr val="A8A8A8"/>
    <a:srgbClr val="F1333F"/>
    <a:srgbClr val="E72D3F"/>
    <a:srgbClr val="898989"/>
    <a:srgbClr val="989898"/>
    <a:srgbClr val="F630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88" autoAdjust="0"/>
    <p:restoredTop sz="96271"/>
  </p:normalViewPr>
  <p:slideViewPr>
    <p:cSldViewPr snapToGrid="0" showGuides="1">
      <p:cViewPr varScale="1">
        <p:scale>
          <a:sx n="109" d="100"/>
          <a:sy n="109" d="100"/>
        </p:scale>
        <p:origin x="485" y="77"/>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4" d="100"/>
          <a:sy n="64" d="100"/>
        </p:scale>
        <p:origin x="3115"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2001908976"/>
        <c:axId val="-2001911152"/>
      </c:barChart>
      <c:catAx>
        <c:axId val="-2001908976"/>
        <c:scaling>
          <c:orientation val="minMax"/>
        </c:scaling>
        <c:delete val="1"/>
        <c:axPos val="l"/>
        <c:numFmt formatCode="General" sourceLinked="1"/>
        <c:majorTickMark val="out"/>
        <c:minorTickMark val="none"/>
        <c:tickLblPos val="nextTo"/>
        <c:crossAx val="-2001911152"/>
        <c:crosses val="autoZero"/>
        <c:auto val="1"/>
        <c:lblAlgn val="ctr"/>
        <c:lblOffset val="100"/>
        <c:noMultiLvlLbl val="0"/>
      </c:catAx>
      <c:valAx>
        <c:axId val="-2001911152"/>
        <c:scaling>
          <c:orientation val="minMax"/>
        </c:scaling>
        <c:delete val="1"/>
        <c:axPos val="b"/>
        <c:numFmt formatCode="0%" sourceLinked="1"/>
        <c:majorTickMark val="out"/>
        <c:minorTickMark val="none"/>
        <c:tickLblPos val="nextTo"/>
        <c:crossAx val="-2001908976"/>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2001908432"/>
        <c:axId val="-2001907888"/>
      </c:barChart>
      <c:catAx>
        <c:axId val="-2001908432"/>
        <c:scaling>
          <c:orientation val="minMax"/>
        </c:scaling>
        <c:delete val="1"/>
        <c:axPos val="l"/>
        <c:numFmt formatCode="General" sourceLinked="1"/>
        <c:majorTickMark val="out"/>
        <c:minorTickMark val="none"/>
        <c:tickLblPos val="nextTo"/>
        <c:crossAx val="-2001907888"/>
        <c:crosses val="autoZero"/>
        <c:auto val="1"/>
        <c:lblAlgn val="ctr"/>
        <c:lblOffset val="100"/>
        <c:noMultiLvlLbl val="0"/>
      </c:catAx>
      <c:valAx>
        <c:axId val="-2001907888"/>
        <c:scaling>
          <c:orientation val="minMax"/>
        </c:scaling>
        <c:delete val="1"/>
        <c:axPos val="b"/>
        <c:numFmt formatCode="0%" sourceLinked="1"/>
        <c:majorTickMark val="out"/>
        <c:minorTickMark val="none"/>
        <c:tickLblPos val="nextTo"/>
        <c:crossAx val="-2001908432"/>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70</c:v>
                </c:pt>
              </c:numCache>
            </c:numRef>
          </c:val>
          <c:extLst>
            <c:ext xmlns:c16="http://schemas.microsoft.com/office/drawing/2014/chart" uri="{C3380CC4-5D6E-409C-BE32-E72D297353CC}">
              <c16:uniqueId val="{00000000-2B61-4DED-BA9F-C3BC36BEF7EE}"/>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60</c:v>
                </c:pt>
              </c:numCache>
            </c:numRef>
          </c:val>
          <c:extLst>
            <c:ext xmlns:c16="http://schemas.microsoft.com/office/drawing/2014/chart" uri="{C3380CC4-5D6E-409C-BE32-E72D297353CC}">
              <c16:uniqueId val="{00000001-2B61-4DED-BA9F-C3BC36BEF7EE}"/>
            </c:ext>
          </c:extLst>
        </c:ser>
        <c:dLbls>
          <c:showLegendKey val="0"/>
          <c:showVal val="0"/>
          <c:showCatName val="0"/>
          <c:showSerName val="0"/>
          <c:showPercent val="0"/>
          <c:showBubbleSize val="0"/>
        </c:dLbls>
        <c:gapWidth val="150"/>
        <c:overlap val="100"/>
        <c:axId val="-2001909520"/>
        <c:axId val="-2001910608"/>
      </c:barChart>
      <c:catAx>
        <c:axId val="-2001909520"/>
        <c:scaling>
          <c:orientation val="minMax"/>
        </c:scaling>
        <c:delete val="1"/>
        <c:axPos val="l"/>
        <c:numFmt formatCode="General" sourceLinked="1"/>
        <c:majorTickMark val="out"/>
        <c:minorTickMark val="none"/>
        <c:tickLblPos val="nextTo"/>
        <c:crossAx val="-2001910608"/>
        <c:crosses val="autoZero"/>
        <c:auto val="1"/>
        <c:lblAlgn val="ctr"/>
        <c:lblOffset val="100"/>
        <c:noMultiLvlLbl val="0"/>
      </c:catAx>
      <c:valAx>
        <c:axId val="-2001910608"/>
        <c:scaling>
          <c:orientation val="minMax"/>
        </c:scaling>
        <c:delete val="1"/>
        <c:axPos val="b"/>
        <c:numFmt formatCode="0%" sourceLinked="1"/>
        <c:majorTickMark val="out"/>
        <c:minorTickMark val="none"/>
        <c:tickLblPos val="nextTo"/>
        <c:crossAx val="-2001909520"/>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09484536082474"/>
          <c:y val="0.352787577432706"/>
          <c:w val="0.79051546391752603"/>
          <c:h val="0.35322277470670499"/>
        </c:manualLayout>
      </c:layout>
      <c:barChart>
        <c:barDir val="bar"/>
        <c:grouping val="percentStacked"/>
        <c:varyColors val="0"/>
        <c:ser>
          <c:idx val="0"/>
          <c:order val="0"/>
          <c:tx>
            <c:strRef>
              <c:f>Sheet1!$B$1</c:f>
              <c:strCache>
                <c:ptCount val="1"/>
                <c:pt idx="0">
                  <c:v>Series 1</c:v>
                </c:pt>
              </c:strCache>
            </c:strRef>
          </c:tx>
          <c:spPr>
            <a:solidFill>
              <a:srgbClr val="F6323E"/>
            </a:solidFill>
          </c:spPr>
          <c:invertIfNegative val="0"/>
          <c:cat>
            <c:numRef>
              <c:f>Sheet1!$A$2</c:f>
              <c:numCache>
                <c:formatCode>General</c:formatCode>
                <c:ptCount val="1"/>
              </c:numCache>
            </c:numRef>
          </c:cat>
          <c:val>
            <c:numRef>
              <c:f>Sheet1!$B$2</c:f>
              <c:numCache>
                <c:formatCode>General</c:formatCode>
                <c:ptCount val="1"/>
                <c:pt idx="0">
                  <c:v>40</c:v>
                </c:pt>
              </c:numCache>
            </c:numRef>
          </c:val>
          <c:extLst>
            <c:ext xmlns:c16="http://schemas.microsoft.com/office/drawing/2014/chart" uri="{C3380CC4-5D6E-409C-BE32-E72D297353CC}">
              <c16:uniqueId val="{00000000-3077-4AD5-A9CA-65F4E53848AA}"/>
            </c:ext>
          </c:extLst>
        </c:ser>
        <c:ser>
          <c:idx val="1"/>
          <c:order val="1"/>
          <c:tx>
            <c:strRef>
              <c:f>Sheet1!$C$1</c:f>
              <c:strCache>
                <c:ptCount val="1"/>
                <c:pt idx="0">
                  <c:v>Series 2</c:v>
                </c:pt>
              </c:strCache>
            </c:strRef>
          </c:tx>
          <c:spPr>
            <a:solidFill>
              <a:srgbClr val="CCCCCB"/>
            </a:solidFill>
          </c:spPr>
          <c:invertIfNegative val="0"/>
          <c:cat>
            <c:numRef>
              <c:f>Sheet1!$A$2</c:f>
              <c:numCache>
                <c:formatCode>General</c:formatCode>
                <c:ptCount val="1"/>
              </c:numCache>
            </c:numRef>
          </c:cat>
          <c:val>
            <c:numRef>
              <c:f>Sheet1!$C$2</c:f>
              <c:numCache>
                <c:formatCode>General</c:formatCode>
                <c:ptCount val="1"/>
                <c:pt idx="0">
                  <c:v>2.4</c:v>
                </c:pt>
              </c:numCache>
            </c:numRef>
          </c:val>
          <c:extLst>
            <c:ext xmlns:c16="http://schemas.microsoft.com/office/drawing/2014/chart" uri="{C3380CC4-5D6E-409C-BE32-E72D297353CC}">
              <c16:uniqueId val="{00000001-3077-4AD5-A9CA-65F4E53848AA}"/>
            </c:ext>
          </c:extLst>
        </c:ser>
        <c:dLbls>
          <c:showLegendKey val="0"/>
          <c:showVal val="0"/>
          <c:showCatName val="0"/>
          <c:showSerName val="0"/>
          <c:showPercent val="0"/>
          <c:showBubbleSize val="0"/>
        </c:dLbls>
        <c:gapWidth val="150"/>
        <c:overlap val="100"/>
        <c:axId val="-2001910064"/>
        <c:axId val="-983536992"/>
      </c:barChart>
      <c:catAx>
        <c:axId val="-2001910064"/>
        <c:scaling>
          <c:orientation val="minMax"/>
        </c:scaling>
        <c:delete val="1"/>
        <c:axPos val="l"/>
        <c:numFmt formatCode="General" sourceLinked="1"/>
        <c:majorTickMark val="out"/>
        <c:minorTickMark val="none"/>
        <c:tickLblPos val="nextTo"/>
        <c:crossAx val="-983536992"/>
        <c:crosses val="autoZero"/>
        <c:auto val="1"/>
        <c:lblAlgn val="ctr"/>
        <c:lblOffset val="100"/>
        <c:noMultiLvlLbl val="0"/>
      </c:catAx>
      <c:valAx>
        <c:axId val="-983536992"/>
        <c:scaling>
          <c:orientation val="minMax"/>
        </c:scaling>
        <c:delete val="1"/>
        <c:axPos val="b"/>
        <c:numFmt formatCode="0%" sourceLinked="1"/>
        <c:majorTickMark val="out"/>
        <c:minorTickMark val="none"/>
        <c:tickLblPos val="nextTo"/>
        <c:crossAx val="-2001910064"/>
        <c:crosses val="autoZero"/>
        <c:crossBetween val="between"/>
      </c:valAx>
      <c:spPr>
        <a:noFill/>
        <a:ln w="25400">
          <a:noFill/>
        </a:ln>
      </c:spPr>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noFill/>
            </c:spPr>
            <c:extLst>
              <c:ext xmlns:c16="http://schemas.microsoft.com/office/drawing/2014/chart" uri="{C3380CC4-5D6E-409C-BE32-E72D297353CC}">
                <c16:uniqueId val="{00000001-78CD-4B14-B9C0-96418275AA7E}"/>
              </c:ext>
            </c:extLst>
          </c:dPt>
          <c:dPt>
            <c:idx val="1"/>
            <c:bubble3D val="0"/>
            <c:spPr>
              <a:solidFill>
                <a:srgbClr val="CCCCCC"/>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3-78CD-4B14-B9C0-96418275AA7E}"/>
              </c:ext>
            </c:extLst>
          </c:dPt>
          <c:cat>
            <c:strRef>
              <c:f>Sheet1!$A$2:$A$3</c:f>
              <c:strCache>
                <c:ptCount val="1"/>
                <c:pt idx="0">
                  <c:v>1st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78CD-4B14-B9C0-96418275AA7E}"/>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F6323E"/>
            </a:solidFill>
          </c:spPr>
          <c:dPt>
            <c:idx val="0"/>
            <c:bubble3D val="0"/>
            <c:spPr>
              <a:solidFill>
                <a:srgbClr val="F6323E"/>
              </a:solidFill>
              <a:effectLst>
                <a:outerShdw blurRad="50800" dist="38100" dir="8100000" algn="tr" rotWithShape="0">
                  <a:prstClr val="black">
                    <a:alpha val="40000"/>
                  </a:prstClr>
                </a:outerShdw>
              </a:effectLst>
            </c:spPr>
            <c:extLst>
              <c:ext xmlns:c16="http://schemas.microsoft.com/office/drawing/2014/chart" uri="{C3380CC4-5D6E-409C-BE32-E72D297353CC}">
                <c16:uniqueId val="{00000001-D3B7-4326-B6CD-4CC5157A28E5}"/>
              </c:ext>
            </c:extLst>
          </c:dPt>
          <c:dPt>
            <c:idx val="1"/>
            <c:bubble3D val="0"/>
            <c:spPr>
              <a:noFill/>
            </c:spPr>
            <c:extLst>
              <c:ext xmlns:c16="http://schemas.microsoft.com/office/drawing/2014/chart" uri="{C3380CC4-5D6E-409C-BE32-E72D297353CC}">
                <c16:uniqueId val="{00000003-D3B7-4326-B6CD-4CC5157A28E5}"/>
              </c:ext>
            </c:extLst>
          </c:dPt>
          <c:cat>
            <c:strRef>
              <c:f>Sheet1!$A$2:$A$3</c:f>
              <c:strCache>
                <c:ptCount val="1"/>
                <c:pt idx="0">
                  <c:v>1st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D3B7-4326-B6CD-4CC5157A28E5}"/>
            </c:ext>
          </c:extLst>
        </c:ser>
        <c:dLbls>
          <c:showLegendKey val="0"/>
          <c:showVal val="0"/>
          <c:showCatName val="0"/>
          <c:showSerName val="0"/>
          <c:showPercent val="0"/>
          <c:showBubbleSize val="0"/>
          <c:showLeaderLines val="1"/>
        </c:dLbls>
        <c:firstSliceAng val="0"/>
        <c:holeSize val="80"/>
      </c:doughnutChart>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dLbls>
          <c:showLegendKey val="0"/>
          <c:showVal val="0"/>
          <c:showCatName val="0"/>
          <c:showSerName val="0"/>
          <c:showPercent val="0"/>
          <c:showBubbleSize val="0"/>
          <c:showLeaderLines val="0"/>
        </c:dLbls>
        <c:firstSliceAng val="0"/>
        <c:holeSize val="90"/>
      </c:doughnutChart>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C3F453-9F3F-4567-8DCE-A7408F6927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97103D5-0144-4D10-96A5-3D385F5356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CD6017-FECC-4565-B4A9-CDF40B8AFEC4}" type="datetimeFigureOut">
              <a:rPr lang="en-IN" smtClean="0"/>
              <a:t>27-03-2021</a:t>
            </a:fld>
            <a:endParaRPr lang="en-IN"/>
          </a:p>
        </p:txBody>
      </p:sp>
      <p:sp>
        <p:nvSpPr>
          <p:cNvPr id="4" name="Footer Placeholder 3">
            <a:extLst>
              <a:ext uri="{FF2B5EF4-FFF2-40B4-BE49-F238E27FC236}">
                <a16:creationId xmlns:a16="http://schemas.microsoft.com/office/drawing/2014/main" id="{D40E48D2-788C-4710-AA82-6E71D37171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2355A72-EE70-409E-9FE1-8EAE70254C2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AF4C5A-348F-4973-9C72-119478B6050E}" type="slidenum">
              <a:rPr lang="en-IN" smtClean="0"/>
              <a:t>‹#›</a:t>
            </a:fld>
            <a:endParaRPr lang="en-IN"/>
          </a:p>
        </p:txBody>
      </p:sp>
    </p:spTree>
    <p:extLst>
      <p:ext uri="{BB962C8B-B14F-4D97-AF65-F5344CB8AC3E}">
        <p14:creationId xmlns:p14="http://schemas.microsoft.com/office/powerpoint/2010/main" val="17712352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3C1A20-E642-F347-A89C-E093F8996D44}" type="datetimeFigureOut">
              <a:rPr lang="en-US" smtClean="0"/>
              <a:t>3/27/2021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91505C-62D6-AB42-AEF7-53FE9E8A8B2F}" type="slidenum">
              <a:rPr lang="en-US" smtClean="0"/>
              <a:t>‹#›</a:t>
            </a:fld>
            <a:endParaRPr lang="en-US"/>
          </a:p>
        </p:txBody>
      </p:sp>
    </p:spTree>
    <p:extLst>
      <p:ext uri="{BB962C8B-B14F-4D97-AF65-F5344CB8AC3E}">
        <p14:creationId xmlns:p14="http://schemas.microsoft.com/office/powerpoint/2010/main" val="287787286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8105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It is a good practice to understand the data first and try to gather as many insights from it. EDA is all about making sense of data in hand, before getting them dirty with 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There are actually no shortcuts for data exploration. If you are in a state of mind, that machine learning can sail you away from every data storm, trust me, it won’t. After some point of time, you’ll realize that you are struggling at improving model’s accuracy. In such situation, only data exploration techniques will come to your rescue.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can confidently say this, because I’ve been through such situations, a lot. To top all of that Recruiters love EDA </a:t>
            </a:r>
            <a:r>
              <a:rPr lang="en-US" sz="1200" b="0" i="0" kern="1200" dirty="0">
                <a:solidFill>
                  <a:schemeClr val="tx1"/>
                </a:solidFill>
                <a:effectLst/>
                <a:latin typeface="+mn-lt"/>
                <a:ea typeface="+mn-ea"/>
                <a:cs typeface="+mn-cs"/>
                <a:sym typeface="Wingdings" panose="05000000000000000000" pitchFamily="2" charset="2"/>
              </a:rPr>
              <a:t></a:t>
            </a:r>
            <a:endParaRPr lang="en-IN" dirty="0"/>
          </a:p>
        </p:txBody>
      </p:sp>
      <p:sp>
        <p:nvSpPr>
          <p:cNvPr id="4" name="Slide Number Placeholder 3"/>
          <p:cNvSpPr>
            <a:spLocks noGrp="1"/>
          </p:cNvSpPr>
          <p:nvPr>
            <p:ph type="sldNum" sz="quarter" idx="5"/>
          </p:nvPr>
        </p:nvSpPr>
        <p:spPr/>
        <p:txBody>
          <a:bodyPr/>
          <a:lstStyle/>
          <a:p>
            <a:fld id="{6791505C-62D6-AB42-AEF7-53FE9E8A8B2F}" type="slidenum">
              <a:rPr lang="en-US" smtClean="0"/>
              <a:t>16</a:t>
            </a:fld>
            <a:endParaRPr lang="en-US"/>
          </a:p>
        </p:txBody>
      </p:sp>
    </p:spTree>
    <p:extLst>
      <p:ext uri="{BB962C8B-B14F-4D97-AF65-F5344CB8AC3E}">
        <p14:creationId xmlns:p14="http://schemas.microsoft.com/office/powerpoint/2010/main" val="2826106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chart" Target="../charts/chart4.xml"/><Relationship Id="rId4" Type="http://schemas.openxmlformats.org/officeDocument/2006/relationships/chart" Target="../charts/chart3.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hart" Target="../charts/chart6.xml"/><Relationship Id="rId7" Type="http://schemas.openxmlformats.org/officeDocument/2006/relationships/chart" Target="../charts/chart10.xml"/><Relationship Id="rId2" Type="http://schemas.openxmlformats.org/officeDocument/2006/relationships/chart" Target="../charts/chart5.xml"/><Relationship Id="rId1" Type="http://schemas.openxmlformats.org/officeDocument/2006/relationships/slideMaster" Target="../slideMasters/slideMaster1.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hart" Target="../charts/chart11.xml"/><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chart" Target="../charts/chart1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4.png"/><Relationship Id="rId4" Type="http://schemas.openxmlformats.org/officeDocument/2006/relationships/image" Target="../media/image22.png"/><Relationship Id="rId9" Type="http://schemas.openxmlformats.org/officeDocument/2006/relationships/image" Target="../media/image2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663921" y="4653887"/>
            <a:ext cx="2057400" cy="273844"/>
          </a:xfrm>
        </p:spPr>
        <p:txBody>
          <a:bodyPr/>
          <a:lstStyle>
            <a:lvl1pPr>
              <a:defRPr>
                <a:solidFill>
                  <a:srgbClr val="E72D40"/>
                </a:solidFill>
              </a:defRPr>
            </a:lvl1pPr>
          </a:lstStyle>
          <a:p>
            <a:fld id="{C65558FE-7BAE-4F41-B1DE-C9E081343886}" type="datetime1">
              <a:rPr lang="en-IN" smtClean="0"/>
              <a:t>27-03-2021</a:t>
            </a:fld>
            <a:endParaRPr lang="en-IN" dirty="0"/>
          </a:p>
        </p:txBody>
      </p:sp>
      <p:sp>
        <p:nvSpPr>
          <p:cNvPr id="6" name="Slide Number Placeholder 5"/>
          <p:cNvSpPr>
            <a:spLocks noGrp="1"/>
          </p:cNvSpPr>
          <p:nvPr>
            <p:ph type="sldNum" sz="quarter" idx="12"/>
          </p:nvPr>
        </p:nvSpPr>
        <p:spPr>
          <a:xfrm>
            <a:off x="6616976" y="4012406"/>
            <a:ext cx="2057400" cy="273844"/>
          </a:xfrm>
        </p:spPr>
        <p:txBody>
          <a:bodyPr/>
          <a:lstStyle>
            <a:lvl1pPr>
              <a:defRPr>
                <a:solidFill>
                  <a:srgbClr val="E72D40"/>
                </a:solidFill>
              </a:defRPr>
            </a:lvl1pPr>
          </a:lstStyle>
          <a:p>
            <a:fld id="{273EEA2F-D825-49D3-9C25-497F06EFD3F7}" type="slidenum">
              <a:rPr lang="en-IN" smtClean="0"/>
              <a:pPr/>
              <a:t>‹#›</a:t>
            </a:fld>
            <a:endParaRPr lang="en-IN" dirty="0"/>
          </a:p>
        </p:txBody>
      </p:sp>
      <p:sp>
        <p:nvSpPr>
          <p:cNvPr id="7" name="Rectangle 6">
            <a:extLst>
              <a:ext uri="{FF2B5EF4-FFF2-40B4-BE49-F238E27FC236}">
                <a16:creationId xmlns:a16="http://schemas.microsoft.com/office/drawing/2014/main" id="{2FA6BFC7-D5F1-408F-A79B-F51DF7A156FC}"/>
              </a:ext>
            </a:extLst>
          </p:cNvPr>
          <p:cNvSpPr/>
          <p:nvPr userDrawn="1"/>
        </p:nvSpPr>
        <p:spPr>
          <a:xfrm>
            <a:off x="0" y="0"/>
            <a:ext cx="9144000" cy="46538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pic>
        <p:nvPicPr>
          <p:cNvPr id="8" name="Picture 7">
            <a:extLst>
              <a:ext uri="{FF2B5EF4-FFF2-40B4-BE49-F238E27FC236}">
                <a16:creationId xmlns:a16="http://schemas.microsoft.com/office/drawing/2014/main" id="{F0BCB513-97E7-4376-B0F7-C82E10180F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3922" y="571887"/>
            <a:ext cx="2057400" cy="548993"/>
          </a:xfrm>
          <a:prstGeom prst="rect">
            <a:avLst/>
          </a:prstGeom>
        </p:spPr>
      </p:pic>
    </p:spTree>
    <p:extLst>
      <p:ext uri="{BB962C8B-B14F-4D97-AF65-F5344CB8AC3E}">
        <p14:creationId xmlns:p14="http://schemas.microsoft.com/office/powerpoint/2010/main" val="2223680965"/>
      </p:ext>
    </p:extLst>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DF1C9B-713D-40DB-A62A-D1F6BB670D90}"/>
              </a:ext>
            </a:extLst>
          </p:cNvPr>
          <p:cNvSpPr/>
          <p:nvPr/>
        </p:nvSpPr>
        <p:spPr>
          <a:xfrm>
            <a:off x="-431" y="0"/>
            <a:ext cx="9144000" cy="5143500"/>
          </a:xfrm>
          <a:prstGeom prst="rect">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796CEC6-43E1-427C-ABD1-13EFFEFDAF5A}"/>
              </a:ext>
            </a:extLst>
          </p:cNvPr>
          <p:cNvSpPr>
            <a:spLocks noGrp="1"/>
          </p:cNvSpPr>
          <p:nvPr>
            <p:ph type="title" hasCustomPrompt="1"/>
          </p:nvPr>
        </p:nvSpPr>
        <p:spPr>
          <a:xfrm>
            <a:off x="630238" y="544498"/>
            <a:ext cx="5990568" cy="562407"/>
          </a:xfrm>
        </p:spPr>
        <p:txBody>
          <a:bodyPr>
            <a:noAutofit/>
          </a:bodyPr>
          <a:lstStyle>
            <a:lvl1pPr>
              <a:defRPr sz="3600">
                <a:solidFill>
                  <a:schemeClr val="bg1"/>
                </a:solidFill>
              </a:defRPr>
            </a:lvl1pPr>
          </a:lstStyle>
          <a:p>
            <a:r>
              <a:rPr lang="en-US" dirty="0"/>
              <a:t>Click to add title</a:t>
            </a:r>
            <a:endParaRPr lang="en-IN" dirty="0"/>
          </a:p>
        </p:txBody>
      </p:sp>
      <p:sp>
        <p:nvSpPr>
          <p:cNvPr id="3" name="Date Placeholder 2">
            <a:extLst>
              <a:ext uri="{FF2B5EF4-FFF2-40B4-BE49-F238E27FC236}">
                <a16:creationId xmlns:a16="http://schemas.microsoft.com/office/drawing/2014/main" id="{CEDF3A31-0142-4D6F-BD6A-08ED8715F549}"/>
              </a:ext>
            </a:extLst>
          </p:cNvPr>
          <p:cNvSpPr>
            <a:spLocks noGrp="1"/>
          </p:cNvSpPr>
          <p:nvPr>
            <p:ph type="dt" sz="half" idx="10"/>
          </p:nvPr>
        </p:nvSpPr>
        <p:spPr/>
        <p:txBody>
          <a:bodyPr/>
          <a:lstStyle>
            <a:lvl1pPr>
              <a:defRPr>
                <a:solidFill>
                  <a:schemeClr val="bg1"/>
                </a:solidFill>
              </a:defRPr>
            </a:lvl1pPr>
          </a:lstStyle>
          <a:p>
            <a:fld id="{7DD0C667-8BB3-D74C-86FC-7D0CD1167351}" type="datetime1">
              <a:rPr lang="en-IN" smtClean="0"/>
              <a:t>27-03-2021</a:t>
            </a:fld>
            <a:endParaRPr lang="en-IN" dirty="0"/>
          </a:p>
        </p:txBody>
      </p:sp>
      <p:sp>
        <p:nvSpPr>
          <p:cNvPr id="4" name="Footer Placeholder 3">
            <a:extLst>
              <a:ext uri="{FF2B5EF4-FFF2-40B4-BE49-F238E27FC236}">
                <a16:creationId xmlns:a16="http://schemas.microsoft.com/office/drawing/2014/main" id="{3D0D8DFB-EB9D-4CFE-AECF-ECCB2F8CAB79}"/>
              </a:ext>
            </a:extLst>
          </p:cNvPr>
          <p:cNvSpPr>
            <a:spLocks noGrp="1"/>
          </p:cNvSpPr>
          <p:nvPr>
            <p:ph type="ftr" sz="quarter" idx="11"/>
          </p:nvPr>
        </p:nvSpPr>
        <p:spPr>
          <a:xfrm>
            <a:off x="3028950" y="4767263"/>
            <a:ext cx="3086100" cy="273844"/>
          </a:xfrm>
          <a:prstGeom prst="rect">
            <a:avLst/>
          </a:prstGeom>
        </p:spPr>
        <p:txBody>
          <a:bodyPr/>
          <a:lstStyle>
            <a:lvl1pPr>
              <a:defRPr>
                <a:solidFill>
                  <a:schemeClr val="bg1"/>
                </a:solidFill>
              </a:defRPr>
            </a:lvl1pPr>
          </a:lstStyle>
          <a:p>
            <a:r>
              <a:rPr lang="en-IN"/>
              <a:t>Data Science Certification Program</a:t>
            </a:r>
          </a:p>
        </p:txBody>
      </p:sp>
      <p:sp>
        <p:nvSpPr>
          <p:cNvPr id="5" name="Slide Number Placeholder 4">
            <a:extLst>
              <a:ext uri="{FF2B5EF4-FFF2-40B4-BE49-F238E27FC236}">
                <a16:creationId xmlns:a16="http://schemas.microsoft.com/office/drawing/2014/main" id="{E345A4D0-9626-4A0E-BB58-22B534943FAF}"/>
              </a:ext>
            </a:extLst>
          </p:cNvPr>
          <p:cNvSpPr>
            <a:spLocks noGrp="1"/>
          </p:cNvSpPr>
          <p:nvPr>
            <p:ph type="sldNum" sz="quarter" idx="12"/>
          </p:nvPr>
        </p:nvSpPr>
        <p:spPr/>
        <p:txBody>
          <a:bodyPr/>
          <a:lstStyle>
            <a:lvl1pPr>
              <a:defRPr>
                <a:solidFill>
                  <a:schemeClr val="bg1"/>
                </a:solidFill>
              </a:defRPr>
            </a:lvl1pPr>
          </a:lstStyle>
          <a:p>
            <a:fld id="{273EEA2F-D825-49D3-9C25-497F06EFD3F7}" type="slidenum">
              <a:rPr lang="en-IN" smtClean="0"/>
              <a:t>‹#›</a:t>
            </a:fld>
            <a:endParaRPr lang="en-IN"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1920" y="303610"/>
            <a:ext cx="909780" cy="242888"/>
          </a:xfrm>
          <a:prstGeom prst="rect">
            <a:avLst/>
          </a:prstGeom>
        </p:spPr>
      </p:pic>
      <p:sp>
        <p:nvSpPr>
          <p:cNvPr id="8" name="Rectangle 7">
            <a:extLst>
              <a:ext uri="{FF2B5EF4-FFF2-40B4-BE49-F238E27FC236}">
                <a16:creationId xmlns:a16="http://schemas.microsoft.com/office/drawing/2014/main" id="{45DF1C9B-713D-40DB-A62A-D1F6BB670D90}"/>
              </a:ext>
            </a:extLst>
          </p:cNvPr>
          <p:cNvSpPr/>
          <p:nvPr userDrawn="1"/>
        </p:nvSpPr>
        <p:spPr>
          <a:xfrm>
            <a:off x="0" y="0"/>
            <a:ext cx="9144000" cy="5143500"/>
          </a:xfrm>
          <a:prstGeom prst="rect">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C80AC936-0B18-A241-B2D6-3F1133E340B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864081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Divider">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2635DD2-605D-49B6-B112-8439B18A5E91}"/>
              </a:ext>
            </a:extLst>
          </p:cNvPr>
          <p:cNvSpPr>
            <a:spLocks noGrp="1"/>
          </p:cNvSpPr>
          <p:nvPr>
            <p:ph type="pic" sz="quarter" idx="13"/>
          </p:nvPr>
        </p:nvSpPr>
        <p:spPr>
          <a:xfrm>
            <a:off x="0" y="0"/>
            <a:ext cx="9144000" cy="5143500"/>
          </a:xfrm>
          <a:prstGeom prst="rect">
            <a:avLst/>
          </a:prstGeom>
        </p:spPr>
        <p:txBody>
          <a:bodyPr/>
          <a:lstStyle>
            <a:lvl1pPr marL="0" indent="0">
              <a:buNone/>
              <a:defRPr sz="900">
                <a:latin typeface="Proxima Nova Rg" pitchFamily="50" charset="0"/>
              </a:defRPr>
            </a:lvl1pPr>
          </a:lstStyle>
          <a:p>
            <a:r>
              <a:rPr lang="en-US" dirty="0"/>
              <a:t>Click icon to add picture</a:t>
            </a:r>
            <a:endParaRPr lang="en-IN" dirty="0"/>
          </a:p>
        </p:txBody>
      </p:sp>
      <p:sp>
        <p:nvSpPr>
          <p:cNvPr id="3" name="Date Placeholder 2">
            <a:extLst>
              <a:ext uri="{FF2B5EF4-FFF2-40B4-BE49-F238E27FC236}">
                <a16:creationId xmlns:a16="http://schemas.microsoft.com/office/drawing/2014/main" id="{CEDF3A31-0142-4D6F-BD6A-08ED8715F549}"/>
              </a:ext>
            </a:extLst>
          </p:cNvPr>
          <p:cNvSpPr>
            <a:spLocks noGrp="1"/>
          </p:cNvSpPr>
          <p:nvPr>
            <p:ph type="dt" sz="half" idx="10"/>
          </p:nvPr>
        </p:nvSpPr>
        <p:spPr/>
        <p:txBody>
          <a:bodyPr/>
          <a:lstStyle/>
          <a:p>
            <a:fld id="{54E004E4-6425-1046-B03F-6799B0FFAEB1}" type="datetime1">
              <a:rPr lang="en-IN" smtClean="0"/>
              <a:t>27-03-2021</a:t>
            </a:fld>
            <a:endParaRPr lang="en-IN"/>
          </a:p>
        </p:txBody>
      </p:sp>
      <p:sp>
        <p:nvSpPr>
          <p:cNvPr id="5" name="Slide Number Placeholder 4">
            <a:extLst>
              <a:ext uri="{FF2B5EF4-FFF2-40B4-BE49-F238E27FC236}">
                <a16:creationId xmlns:a16="http://schemas.microsoft.com/office/drawing/2014/main" id="{E345A4D0-9626-4A0E-BB58-22B534943FAF}"/>
              </a:ext>
            </a:extLst>
          </p:cNvPr>
          <p:cNvSpPr>
            <a:spLocks noGrp="1"/>
          </p:cNvSpPr>
          <p:nvPr>
            <p:ph type="sldNum" sz="quarter" idx="12"/>
          </p:nvPr>
        </p:nvSpPr>
        <p:spPr/>
        <p:txBody>
          <a:bodyPr/>
          <a:lstStyle/>
          <a:p>
            <a:fld id="{273EEA2F-D825-49D3-9C25-497F06EFD3F7}" type="slidenum">
              <a:rPr lang="en-IN" smtClean="0"/>
              <a:t>‹#›</a:t>
            </a:fld>
            <a:endParaRPr lang="en-IN"/>
          </a:p>
        </p:txBody>
      </p:sp>
      <p:pic>
        <p:nvPicPr>
          <p:cNvPr id="11" name="Picture 10">
            <a:extLst>
              <a:ext uri="{FF2B5EF4-FFF2-40B4-BE49-F238E27FC236}">
                <a16:creationId xmlns:a16="http://schemas.microsoft.com/office/drawing/2014/main" id="{D04432FA-FDED-4F61-9577-95CE4EC0E9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8650" y="546100"/>
            <a:ext cx="3259769" cy="4033989"/>
          </a:xfrm>
          <a:prstGeom prst="rect">
            <a:avLst/>
          </a:prstGeom>
        </p:spPr>
      </p:pic>
      <p:sp>
        <p:nvSpPr>
          <p:cNvPr id="13" name="Text Placeholder 2">
            <a:extLst>
              <a:ext uri="{FF2B5EF4-FFF2-40B4-BE49-F238E27FC236}">
                <a16:creationId xmlns:a16="http://schemas.microsoft.com/office/drawing/2014/main" id="{366EDA4C-974E-4784-AF28-4FBDFA9C0C88}"/>
              </a:ext>
            </a:extLst>
          </p:cNvPr>
          <p:cNvSpPr txBox="1">
            <a:spLocks/>
          </p:cNvSpPr>
          <p:nvPr/>
        </p:nvSpPr>
        <p:spPr>
          <a:xfrm>
            <a:off x="971550" y="1260629"/>
            <a:ext cx="2552886" cy="15802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28" kern="1200">
                <a:solidFill>
                  <a:schemeClr val="tx1"/>
                </a:solidFill>
                <a:latin typeface="Proxima Nova Rg" panose="02000506030000020004" pitchFamily="50" charset="0"/>
                <a:ea typeface="+mn-ea"/>
                <a:cs typeface="+mn-cs"/>
              </a:defRPr>
            </a:lvl1pPr>
            <a:lvl2pPr marL="457200" indent="0" algn="l" defTabSz="914400" rtl="0" eaLnBrk="1" latinLnBrk="0" hangingPunct="1">
              <a:lnSpc>
                <a:spcPct val="90000"/>
              </a:lnSpc>
              <a:spcBef>
                <a:spcPts val="500"/>
              </a:spcBef>
              <a:buFontTx/>
              <a:buNone/>
              <a:defRPr sz="1620" b="1" kern="1200">
                <a:solidFill>
                  <a:schemeClr val="tx1"/>
                </a:solidFill>
                <a:latin typeface="Proxima Nova Rg" panose="02000506030000020004" pitchFamily="50" charset="0"/>
                <a:ea typeface="+mn-ea"/>
                <a:cs typeface="+mn-cs"/>
              </a:defRPr>
            </a:lvl2pPr>
            <a:lvl3pPr marL="914400" indent="0" algn="l" defTabSz="914400" rtl="0" eaLnBrk="1" latinLnBrk="0" hangingPunct="1">
              <a:lnSpc>
                <a:spcPct val="90000"/>
              </a:lnSpc>
              <a:spcBef>
                <a:spcPts val="500"/>
              </a:spcBef>
              <a:buFontTx/>
              <a:buNone/>
              <a:defRPr sz="125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chemeClr val="bg1"/>
                </a:solidFill>
              </a:rPr>
              <a:t>Edit Master text styles</a:t>
            </a:r>
          </a:p>
        </p:txBody>
      </p:sp>
      <p:pic>
        <p:nvPicPr>
          <p:cNvPr id="8" name="Picture 7">
            <a:extLst>
              <a:ext uri="{FF2B5EF4-FFF2-40B4-BE49-F238E27FC236}">
                <a16:creationId xmlns:a16="http://schemas.microsoft.com/office/drawing/2014/main" id="{D04432FA-FDED-4F61-9577-95CE4EC0E98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28650" y="546100"/>
            <a:ext cx="3259769" cy="4033989"/>
          </a:xfrm>
          <a:prstGeom prst="rect">
            <a:avLst/>
          </a:prstGeom>
        </p:spPr>
      </p:pic>
      <p:sp>
        <p:nvSpPr>
          <p:cNvPr id="9" name="Text Placeholder 2">
            <a:extLst>
              <a:ext uri="{FF2B5EF4-FFF2-40B4-BE49-F238E27FC236}">
                <a16:creationId xmlns:a16="http://schemas.microsoft.com/office/drawing/2014/main" id="{366EDA4C-974E-4784-AF28-4FBDFA9C0C88}"/>
              </a:ext>
            </a:extLst>
          </p:cNvPr>
          <p:cNvSpPr txBox="1">
            <a:spLocks/>
          </p:cNvSpPr>
          <p:nvPr userDrawn="1"/>
        </p:nvSpPr>
        <p:spPr>
          <a:xfrm>
            <a:off x="971550" y="1260629"/>
            <a:ext cx="2552886" cy="15802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28" kern="1200">
                <a:solidFill>
                  <a:schemeClr val="tx1"/>
                </a:solidFill>
                <a:latin typeface="Proxima Nova Rg" panose="02000506030000020004" pitchFamily="50" charset="0"/>
                <a:ea typeface="+mn-ea"/>
                <a:cs typeface="+mn-cs"/>
              </a:defRPr>
            </a:lvl1pPr>
            <a:lvl2pPr marL="457200" indent="0" algn="l" defTabSz="914400" rtl="0" eaLnBrk="1" latinLnBrk="0" hangingPunct="1">
              <a:lnSpc>
                <a:spcPct val="90000"/>
              </a:lnSpc>
              <a:spcBef>
                <a:spcPts val="500"/>
              </a:spcBef>
              <a:buFontTx/>
              <a:buNone/>
              <a:defRPr sz="1620" b="1" kern="1200">
                <a:solidFill>
                  <a:schemeClr val="tx1"/>
                </a:solidFill>
                <a:latin typeface="Proxima Nova Rg" panose="02000506030000020004" pitchFamily="50" charset="0"/>
                <a:ea typeface="+mn-ea"/>
                <a:cs typeface="+mn-cs"/>
              </a:defRPr>
            </a:lvl2pPr>
            <a:lvl3pPr marL="914400" indent="0" algn="l" defTabSz="914400" rtl="0" eaLnBrk="1" latinLnBrk="0" hangingPunct="1">
              <a:lnSpc>
                <a:spcPct val="90000"/>
              </a:lnSpc>
              <a:spcBef>
                <a:spcPts val="500"/>
              </a:spcBef>
              <a:buFontTx/>
              <a:buNone/>
              <a:defRPr sz="125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solidFill>
                  <a:schemeClr val="bg1"/>
                </a:solidFill>
              </a:rPr>
              <a:t>Edit Master text styles</a:t>
            </a:r>
          </a:p>
        </p:txBody>
      </p:sp>
    </p:spTree>
    <p:extLst>
      <p:ext uri="{BB962C8B-B14F-4D97-AF65-F5344CB8AC3E}">
        <p14:creationId xmlns:p14="http://schemas.microsoft.com/office/powerpoint/2010/main" val="2638706740"/>
      </p:ext>
    </p:extLst>
  </p:cSld>
  <p:clrMapOvr>
    <a:masterClrMapping/>
  </p:clrMapOvr>
  <p:extLst>
    <p:ext uri="{DCECCB84-F9BA-43D5-87BE-67443E8EF086}">
      <p15:sldGuideLst xmlns:p15="http://schemas.microsoft.com/office/powerpoint/2012/main">
        <p15:guide id="5" orient="horz" pos="2890" userDrawn="1">
          <p15:clr>
            <a:srgbClr val="FBAE40"/>
          </p15:clr>
        </p15:guide>
        <p15:guide id="6" pos="612" userDrawn="1">
          <p15:clr>
            <a:srgbClr val="FBAE40"/>
          </p15:clr>
        </p15:guide>
        <p15:guide id="7" pos="2222" userDrawn="1">
          <p15:clr>
            <a:srgbClr val="FBAE40"/>
          </p15:clr>
        </p15:guide>
        <p15:guide id="8" orient="horz" pos="16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and 3 picture with caption">
    <p:spTree>
      <p:nvGrpSpPr>
        <p:cNvPr id="1" name=""/>
        <p:cNvGrpSpPr/>
        <p:nvPr/>
      </p:nvGrpSpPr>
      <p:grpSpPr>
        <a:xfrm>
          <a:off x="0" y="0"/>
          <a:ext cx="0" cy="0"/>
          <a:chOff x="0" y="0"/>
          <a:chExt cx="0" cy="0"/>
        </a:xfrm>
      </p:grpSpPr>
      <p:sp>
        <p:nvSpPr>
          <p:cNvPr id="22" name="Rectangle 21"/>
          <p:cNvSpPr/>
          <p:nvPr userDrawn="1"/>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sp>
        <p:nvSpPr>
          <p:cNvPr id="13" name="Rectangle 12"/>
          <p:cNvSpPr/>
          <p:nvPr/>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2" name="Title 11"/>
          <p:cNvSpPr>
            <a:spLocks noGrp="1"/>
          </p:cNvSpPr>
          <p:nvPr>
            <p:ph type="title" hasCustomPrompt="1"/>
          </p:nvPr>
        </p:nvSpPr>
        <p:spPr>
          <a:xfrm>
            <a:off x="629841" y="600075"/>
            <a:ext cx="3735903" cy="382564"/>
          </a:xfrm>
        </p:spPr>
        <p:txBody>
          <a:bodyPr>
            <a:noAutofit/>
          </a:bodyPr>
          <a:lstStyle>
            <a:lvl1pPr>
              <a:defRPr sz="3600">
                <a:solidFill>
                  <a:schemeClr val="bg1"/>
                </a:solidFill>
              </a:defRPr>
            </a:lvl1pPr>
          </a:lstStyle>
          <a:p>
            <a:r>
              <a:rPr lang="en-US" dirty="0"/>
              <a:t>Click to add title</a:t>
            </a:r>
            <a:endParaRPr lang="en-IN" dirty="0"/>
          </a:p>
        </p:txBody>
      </p:sp>
      <p:sp>
        <p:nvSpPr>
          <p:cNvPr id="31" name="Picture Placeholder 30"/>
          <p:cNvSpPr>
            <a:spLocks noGrp="1"/>
          </p:cNvSpPr>
          <p:nvPr>
            <p:ph type="pic" sz="quarter" idx="10" hasCustomPrompt="1"/>
          </p:nvPr>
        </p:nvSpPr>
        <p:spPr>
          <a:xfrm>
            <a:off x="1445363" y="1382268"/>
            <a:ext cx="1668121" cy="1946672"/>
          </a:xfrm>
          <a:custGeom>
            <a:avLst/>
            <a:gdLst>
              <a:gd name="connsiteX0" fmla="*/ 0 w 2187575"/>
              <a:gd name="connsiteY0" fmla="*/ 0 h 2574612"/>
              <a:gd name="connsiteX1" fmla="*/ 2187575 w 2187575"/>
              <a:gd name="connsiteY1" fmla="*/ 0 h 2574612"/>
              <a:gd name="connsiteX2" fmla="*/ 2187575 w 2187575"/>
              <a:gd name="connsiteY2" fmla="*/ 1062612 h 2574612"/>
              <a:gd name="connsiteX3" fmla="*/ 2187575 w 2187575"/>
              <a:gd name="connsiteY3" fmla="*/ 1434825 h 2574612"/>
              <a:gd name="connsiteX4" fmla="*/ 2187575 w 2187575"/>
              <a:gd name="connsiteY4" fmla="*/ 1476612 h 2574612"/>
              <a:gd name="connsiteX5" fmla="*/ 1089575 w 2187575"/>
              <a:gd name="connsiteY5" fmla="*/ 2574612 h 2574612"/>
              <a:gd name="connsiteX6" fmla="*/ 13883 w 2187575"/>
              <a:gd name="connsiteY6" fmla="*/ 1697898 h 2574612"/>
              <a:gd name="connsiteX7" fmla="*/ 0 w 2187575"/>
              <a:gd name="connsiteY7" fmla="*/ 1606935 h 257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575" h="2574612">
                <a:moveTo>
                  <a:pt x="0" y="0"/>
                </a:moveTo>
                <a:lnTo>
                  <a:pt x="2187575" y="0"/>
                </a:lnTo>
                <a:lnTo>
                  <a:pt x="2187575" y="1062612"/>
                </a:lnTo>
                <a:lnTo>
                  <a:pt x="2187575" y="1434825"/>
                </a:lnTo>
                <a:lnTo>
                  <a:pt x="2187575" y="1476612"/>
                </a:lnTo>
                <a:cubicBezTo>
                  <a:pt x="2187575" y="2083021"/>
                  <a:pt x="1695984" y="2574612"/>
                  <a:pt x="1089575" y="2574612"/>
                </a:cubicBezTo>
                <a:cubicBezTo>
                  <a:pt x="558967" y="2574612"/>
                  <a:pt x="116267" y="2198238"/>
                  <a:pt x="13883" y="1697898"/>
                </a:cubicBezTo>
                <a:lnTo>
                  <a:pt x="0" y="1606935"/>
                </a:lnTo>
                <a:close/>
              </a:path>
            </a:pathLst>
          </a:custGeom>
          <a:effectLst>
            <a:outerShdw blurRad="50800" dist="38100" dir="10800000" algn="r" rotWithShape="0">
              <a:prstClr val="black">
                <a:alpha val="40000"/>
              </a:prstClr>
            </a:outerShdw>
          </a:effectLst>
        </p:spPr>
        <p:txBody>
          <a:bodyPr wrap="square">
            <a:noAutofit/>
          </a:bodyPr>
          <a:lstStyle>
            <a:lvl1pPr marL="0" indent="0">
              <a:buNone/>
              <a:defRPr sz="1100">
                <a:latin typeface="Proxima Nova Rg" pitchFamily="50" charset="0"/>
              </a:defRPr>
            </a:lvl1pPr>
          </a:lstStyle>
          <a:p>
            <a:r>
              <a:rPr lang="en-IN" dirty="0"/>
              <a:t>Click icon to add </a:t>
            </a:r>
            <a:br>
              <a:rPr lang="en-IN" dirty="0"/>
            </a:br>
            <a:r>
              <a:rPr lang="en-IN" dirty="0"/>
              <a:t>picture</a:t>
            </a:r>
          </a:p>
        </p:txBody>
      </p:sp>
      <p:sp>
        <p:nvSpPr>
          <p:cNvPr id="37" name="Picture Placeholder 36"/>
          <p:cNvSpPr>
            <a:spLocks noGrp="1"/>
          </p:cNvSpPr>
          <p:nvPr>
            <p:ph type="pic" sz="quarter" idx="11"/>
          </p:nvPr>
        </p:nvSpPr>
        <p:spPr>
          <a:xfrm>
            <a:off x="3744984" y="1382268"/>
            <a:ext cx="1654032" cy="1946672"/>
          </a:xfrm>
          <a:custGeom>
            <a:avLst/>
            <a:gdLst>
              <a:gd name="connsiteX0" fmla="*/ 0 w 2187575"/>
              <a:gd name="connsiteY0" fmla="*/ 0 h 2574612"/>
              <a:gd name="connsiteX1" fmla="*/ 2187575 w 2187575"/>
              <a:gd name="connsiteY1" fmla="*/ 0 h 2574612"/>
              <a:gd name="connsiteX2" fmla="*/ 2187575 w 2187575"/>
              <a:gd name="connsiteY2" fmla="*/ 1062612 h 2574612"/>
              <a:gd name="connsiteX3" fmla="*/ 2187575 w 2187575"/>
              <a:gd name="connsiteY3" fmla="*/ 1434825 h 2574612"/>
              <a:gd name="connsiteX4" fmla="*/ 2187575 w 2187575"/>
              <a:gd name="connsiteY4" fmla="*/ 1476612 h 2574612"/>
              <a:gd name="connsiteX5" fmla="*/ 1089575 w 2187575"/>
              <a:gd name="connsiteY5" fmla="*/ 2574612 h 2574612"/>
              <a:gd name="connsiteX6" fmla="*/ 13883 w 2187575"/>
              <a:gd name="connsiteY6" fmla="*/ 1697898 h 2574612"/>
              <a:gd name="connsiteX7" fmla="*/ 0 w 2187575"/>
              <a:gd name="connsiteY7" fmla="*/ 1606935 h 257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575" h="2574612">
                <a:moveTo>
                  <a:pt x="0" y="0"/>
                </a:moveTo>
                <a:lnTo>
                  <a:pt x="2187575" y="0"/>
                </a:lnTo>
                <a:lnTo>
                  <a:pt x="2187575" y="1062612"/>
                </a:lnTo>
                <a:lnTo>
                  <a:pt x="2187575" y="1434825"/>
                </a:lnTo>
                <a:lnTo>
                  <a:pt x="2187575" y="1476612"/>
                </a:lnTo>
                <a:cubicBezTo>
                  <a:pt x="2187575" y="2083021"/>
                  <a:pt x="1695984" y="2574612"/>
                  <a:pt x="1089575" y="2574612"/>
                </a:cubicBezTo>
                <a:cubicBezTo>
                  <a:pt x="558967" y="2574612"/>
                  <a:pt x="116267" y="2198238"/>
                  <a:pt x="13883" y="1697898"/>
                </a:cubicBezTo>
                <a:lnTo>
                  <a:pt x="0" y="1606935"/>
                </a:lnTo>
                <a:close/>
              </a:path>
            </a:pathLst>
          </a:custGeom>
          <a:effectLst>
            <a:outerShdw blurRad="50800" dist="38100" dir="10800000" algn="r" rotWithShape="0">
              <a:prstClr val="black">
                <a:alpha val="40000"/>
              </a:prstClr>
            </a:outerShdw>
          </a:effectLst>
        </p:spPr>
        <p:txBody>
          <a:bodyPr wrap="square">
            <a:no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100" baseline="0">
                <a:latin typeface="Proxima Nova Rg" pitchFamily="50"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Click icon to add picture</a:t>
            </a:r>
            <a:endParaRPr lang="en-IN" dirty="0"/>
          </a:p>
        </p:txBody>
      </p:sp>
      <p:sp>
        <p:nvSpPr>
          <p:cNvPr id="39" name="Picture Placeholder 38"/>
          <p:cNvSpPr>
            <a:spLocks noGrp="1"/>
          </p:cNvSpPr>
          <p:nvPr>
            <p:ph type="pic" sz="quarter" idx="12"/>
          </p:nvPr>
        </p:nvSpPr>
        <p:spPr>
          <a:xfrm>
            <a:off x="6055443" y="1382268"/>
            <a:ext cx="1654032" cy="1946672"/>
          </a:xfrm>
          <a:custGeom>
            <a:avLst/>
            <a:gdLst>
              <a:gd name="connsiteX0" fmla="*/ 0 w 2187575"/>
              <a:gd name="connsiteY0" fmla="*/ 0 h 2574612"/>
              <a:gd name="connsiteX1" fmla="*/ 2187575 w 2187575"/>
              <a:gd name="connsiteY1" fmla="*/ 0 h 2574612"/>
              <a:gd name="connsiteX2" fmla="*/ 2187575 w 2187575"/>
              <a:gd name="connsiteY2" fmla="*/ 1062612 h 2574612"/>
              <a:gd name="connsiteX3" fmla="*/ 2187575 w 2187575"/>
              <a:gd name="connsiteY3" fmla="*/ 1434825 h 2574612"/>
              <a:gd name="connsiteX4" fmla="*/ 2187575 w 2187575"/>
              <a:gd name="connsiteY4" fmla="*/ 1476612 h 2574612"/>
              <a:gd name="connsiteX5" fmla="*/ 1089575 w 2187575"/>
              <a:gd name="connsiteY5" fmla="*/ 2574612 h 2574612"/>
              <a:gd name="connsiteX6" fmla="*/ 13883 w 2187575"/>
              <a:gd name="connsiteY6" fmla="*/ 1697898 h 2574612"/>
              <a:gd name="connsiteX7" fmla="*/ 0 w 2187575"/>
              <a:gd name="connsiteY7" fmla="*/ 1606935 h 2574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7575" h="2574612">
                <a:moveTo>
                  <a:pt x="0" y="0"/>
                </a:moveTo>
                <a:lnTo>
                  <a:pt x="2187575" y="0"/>
                </a:lnTo>
                <a:lnTo>
                  <a:pt x="2187575" y="1062612"/>
                </a:lnTo>
                <a:lnTo>
                  <a:pt x="2187575" y="1434825"/>
                </a:lnTo>
                <a:lnTo>
                  <a:pt x="2187575" y="1476612"/>
                </a:lnTo>
                <a:cubicBezTo>
                  <a:pt x="2187575" y="2083021"/>
                  <a:pt x="1695984" y="2574612"/>
                  <a:pt x="1089575" y="2574612"/>
                </a:cubicBezTo>
                <a:cubicBezTo>
                  <a:pt x="558967" y="2574612"/>
                  <a:pt x="116267" y="2198238"/>
                  <a:pt x="13883" y="1697898"/>
                </a:cubicBezTo>
                <a:lnTo>
                  <a:pt x="0" y="1606935"/>
                </a:lnTo>
                <a:close/>
              </a:path>
            </a:pathLst>
          </a:custGeom>
          <a:effectLst>
            <a:outerShdw blurRad="50800" dist="38100" dir="10800000" algn="r" rotWithShape="0">
              <a:prstClr val="black">
                <a:alpha val="40000"/>
              </a:prstClr>
            </a:outerShdw>
          </a:effectLst>
        </p:spPr>
        <p:txBody>
          <a:bodyPr wrap="square">
            <a:noAutofit/>
          </a:bodyPr>
          <a:lstStyle>
            <a:lvl1pPr marL="0" marR="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sz="1100" baseline="0">
                <a:latin typeface="Proxima Nova Rg" pitchFamily="50" charset="0"/>
              </a:defRPr>
            </a:lvl1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a:t>Click icon to add picture</a:t>
            </a:r>
            <a:endParaRPr lang="en-IN" dirty="0"/>
          </a:p>
        </p:txBody>
      </p:sp>
      <p:sp>
        <p:nvSpPr>
          <p:cNvPr id="59" name="Text Placeholder 2"/>
          <p:cNvSpPr>
            <a:spLocks noGrp="1"/>
          </p:cNvSpPr>
          <p:nvPr>
            <p:ph idx="1" hasCustomPrompt="1"/>
          </p:nvPr>
        </p:nvSpPr>
        <p:spPr>
          <a:xfrm>
            <a:off x="1439466" y="3519224"/>
            <a:ext cx="1674019" cy="276489"/>
          </a:xfrm>
          <a:prstGeom prst="rect">
            <a:avLst/>
          </a:prstGeom>
        </p:spPr>
        <p:txBody>
          <a:bodyPr vert="horz" lIns="91440" tIns="45720" rIns="91440" bIns="45720" rtlCol="0">
            <a:normAutofit/>
          </a:bodyPr>
          <a:lstStyle>
            <a:lvl1pPr marL="0" indent="0" algn="ctr">
              <a:buNone/>
              <a:defRPr sz="1215" b="1">
                <a:solidFill>
                  <a:srgbClr val="FF0000"/>
                </a:solidFill>
                <a:latin typeface="Proxima Nova Rg" panose="02000506030000020004" pitchFamily="50" charset="0"/>
              </a:defRPr>
            </a:lvl1pPr>
          </a:lstStyle>
          <a:p>
            <a:pPr lvl="0"/>
            <a:r>
              <a:rPr lang="en-US" dirty="0"/>
              <a:t>Click to add text</a:t>
            </a:r>
          </a:p>
        </p:txBody>
      </p:sp>
      <p:sp>
        <p:nvSpPr>
          <p:cNvPr id="62" name="Text Placeholder 2"/>
          <p:cNvSpPr>
            <a:spLocks noGrp="1"/>
          </p:cNvSpPr>
          <p:nvPr>
            <p:ph idx="13" hasCustomPrompt="1"/>
          </p:nvPr>
        </p:nvSpPr>
        <p:spPr>
          <a:xfrm>
            <a:off x="3744985" y="3519224"/>
            <a:ext cx="1654032" cy="276489"/>
          </a:xfrm>
          <a:prstGeom prst="rect">
            <a:avLst/>
          </a:prstGeom>
        </p:spPr>
        <p:txBody>
          <a:bodyPr vert="horz" lIns="91440" tIns="45720" rIns="91440" bIns="45720" rtlCol="0">
            <a:normAutofit/>
          </a:bodyPr>
          <a:lstStyle>
            <a:lvl1pPr marL="0" indent="0" algn="ctr">
              <a:buNone/>
              <a:defRPr sz="1215" b="1">
                <a:solidFill>
                  <a:srgbClr val="FF0000"/>
                </a:solidFill>
                <a:latin typeface="Proxima Nova Rg" panose="02000506030000020004" pitchFamily="50" charset="0"/>
              </a:defRPr>
            </a:lvl1pPr>
          </a:lstStyle>
          <a:p>
            <a:pPr lvl="0"/>
            <a:r>
              <a:rPr lang="en-US" dirty="0"/>
              <a:t>Click to add text</a:t>
            </a:r>
          </a:p>
        </p:txBody>
      </p:sp>
      <p:sp>
        <p:nvSpPr>
          <p:cNvPr id="63" name="Text Placeholder 2"/>
          <p:cNvSpPr>
            <a:spLocks noGrp="1"/>
          </p:cNvSpPr>
          <p:nvPr>
            <p:ph idx="14" hasCustomPrompt="1"/>
          </p:nvPr>
        </p:nvSpPr>
        <p:spPr>
          <a:xfrm>
            <a:off x="6050503" y="3519223"/>
            <a:ext cx="1654032" cy="283960"/>
          </a:xfrm>
          <a:prstGeom prst="rect">
            <a:avLst/>
          </a:prstGeom>
        </p:spPr>
        <p:txBody>
          <a:bodyPr vert="horz" lIns="91440" tIns="45720" rIns="91440" bIns="45720" rtlCol="0">
            <a:normAutofit/>
          </a:bodyPr>
          <a:lstStyle>
            <a:lvl1pPr marL="0" indent="0" algn="ctr">
              <a:buNone/>
              <a:defRPr sz="1215" b="1">
                <a:solidFill>
                  <a:srgbClr val="FF0000"/>
                </a:solidFill>
                <a:latin typeface="Proxima Nova Rg" panose="02000506030000020004" pitchFamily="50" charset="0"/>
              </a:defRPr>
            </a:lvl1pPr>
          </a:lstStyle>
          <a:p>
            <a:pPr lvl="0"/>
            <a:r>
              <a:rPr lang="en-US" dirty="0"/>
              <a:t>Click to add text</a:t>
            </a:r>
          </a:p>
        </p:txBody>
      </p:sp>
      <p:sp>
        <p:nvSpPr>
          <p:cNvPr id="15" name="Text Placeholder 2">
            <a:extLst>
              <a:ext uri="{FF2B5EF4-FFF2-40B4-BE49-F238E27FC236}">
                <a16:creationId xmlns:a16="http://schemas.microsoft.com/office/drawing/2014/main" id="{479074EA-ECD9-45AD-8DE9-0365549B4699}"/>
              </a:ext>
            </a:extLst>
          </p:cNvPr>
          <p:cNvSpPr>
            <a:spLocks noGrp="1"/>
          </p:cNvSpPr>
          <p:nvPr>
            <p:ph idx="15" hasCustomPrompt="1"/>
          </p:nvPr>
        </p:nvSpPr>
        <p:spPr>
          <a:xfrm>
            <a:off x="1439863" y="3862520"/>
            <a:ext cx="1674019" cy="671286"/>
          </a:xfrm>
          <a:prstGeom prst="rect">
            <a:avLst/>
          </a:prstGeom>
        </p:spPr>
        <p:txBody>
          <a:bodyPr vert="horz" lIns="91440" tIns="45720" rIns="91440" bIns="45720" rtlCol="0">
            <a:noAutofit/>
          </a:bodyPr>
          <a:lstStyle>
            <a:lvl1pPr marL="0" indent="0" algn="ctr">
              <a:buNone/>
              <a:defRPr sz="940" b="0">
                <a:latin typeface="Proxima Nova Rg" panose="02000506030000020004" pitchFamily="50" charset="0"/>
              </a:defRPr>
            </a:lvl1pPr>
          </a:lstStyle>
          <a:p>
            <a:pPr lvl="0"/>
            <a:r>
              <a:rPr lang="en-US" dirty="0"/>
              <a:t>Click to add text</a:t>
            </a:r>
          </a:p>
        </p:txBody>
      </p:sp>
      <p:sp>
        <p:nvSpPr>
          <p:cNvPr id="16" name="Text Placeholder 2">
            <a:extLst>
              <a:ext uri="{FF2B5EF4-FFF2-40B4-BE49-F238E27FC236}">
                <a16:creationId xmlns:a16="http://schemas.microsoft.com/office/drawing/2014/main" id="{8BF89CC4-BB01-461B-8D41-512A134E3FCA}"/>
              </a:ext>
            </a:extLst>
          </p:cNvPr>
          <p:cNvSpPr>
            <a:spLocks noGrp="1"/>
          </p:cNvSpPr>
          <p:nvPr>
            <p:ph idx="16" hasCustomPrompt="1"/>
          </p:nvPr>
        </p:nvSpPr>
        <p:spPr>
          <a:xfrm>
            <a:off x="3735388" y="3862520"/>
            <a:ext cx="1674019" cy="671286"/>
          </a:xfrm>
          <a:prstGeom prst="rect">
            <a:avLst/>
          </a:prstGeom>
        </p:spPr>
        <p:txBody>
          <a:bodyPr vert="horz" lIns="91440" tIns="45720" rIns="91440" bIns="45720" rtlCol="0">
            <a:noAutofit/>
          </a:bodyPr>
          <a:lstStyle>
            <a:lvl1pPr marL="0" indent="0" algn="ctr">
              <a:buNone/>
              <a:defRPr sz="940" b="0">
                <a:latin typeface="Proxima Nova Rg" panose="02000506030000020004" pitchFamily="50" charset="0"/>
              </a:defRPr>
            </a:lvl1pPr>
          </a:lstStyle>
          <a:p>
            <a:pPr lvl="0"/>
            <a:r>
              <a:rPr lang="en-US" dirty="0"/>
              <a:t>Click to add text</a:t>
            </a:r>
          </a:p>
        </p:txBody>
      </p:sp>
      <p:sp>
        <p:nvSpPr>
          <p:cNvPr id="17" name="Text Placeholder 2">
            <a:extLst>
              <a:ext uri="{FF2B5EF4-FFF2-40B4-BE49-F238E27FC236}">
                <a16:creationId xmlns:a16="http://schemas.microsoft.com/office/drawing/2014/main" id="{175CC286-A281-4FCD-96D8-0A5CF7AF5B18}"/>
              </a:ext>
            </a:extLst>
          </p:cNvPr>
          <p:cNvSpPr>
            <a:spLocks noGrp="1"/>
          </p:cNvSpPr>
          <p:nvPr>
            <p:ph idx="17" hasCustomPrompt="1"/>
          </p:nvPr>
        </p:nvSpPr>
        <p:spPr>
          <a:xfrm>
            <a:off x="6050502" y="3862520"/>
            <a:ext cx="1658973" cy="671286"/>
          </a:xfrm>
          <a:prstGeom prst="rect">
            <a:avLst/>
          </a:prstGeom>
        </p:spPr>
        <p:txBody>
          <a:bodyPr vert="horz" lIns="91440" tIns="45720" rIns="91440" bIns="45720" rtlCol="0">
            <a:noAutofit/>
          </a:bodyPr>
          <a:lstStyle>
            <a:lvl1pPr marL="0" indent="0" algn="ctr">
              <a:buNone/>
              <a:defRPr sz="940" b="0">
                <a:latin typeface="Proxima Nova Rg" panose="02000506030000020004" pitchFamily="50" charset="0"/>
              </a:defRPr>
            </a:lvl1pPr>
          </a:lstStyle>
          <a:p>
            <a:pPr lvl="0"/>
            <a:r>
              <a:rPr lang="en-US" dirty="0"/>
              <a:t>Click to add text</a:t>
            </a:r>
          </a:p>
        </p:txBody>
      </p:sp>
      <p:sp>
        <p:nvSpPr>
          <p:cNvPr id="18" name="Date Placeholder 5">
            <a:extLst>
              <a:ext uri="{FF2B5EF4-FFF2-40B4-BE49-F238E27FC236}">
                <a16:creationId xmlns:a16="http://schemas.microsoft.com/office/drawing/2014/main" id="{CAB3B546-51CB-4994-A9F1-8F1962DB7C80}"/>
              </a:ext>
            </a:extLst>
          </p:cNvPr>
          <p:cNvSpPr>
            <a:spLocks noGrp="1"/>
          </p:cNvSpPr>
          <p:nvPr>
            <p:ph type="dt" sz="half" idx="18"/>
          </p:nvPr>
        </p:nvSpPr>
        <p:spPr>
          <a:xfrm>
            <a:off x="628650" y="4767263"/>
            <a:ext cx="2057400" cy="273844"/>
          </a:xfrm>
        </p:spPr>
        <p:txBody>
          <a:bodyPr/>
          <a:lstStyle/>
          <a:p>
            <a:fld id="{94A31C2B-8F11-8248-906D-0BD56E359BFE}" type="datetime1">
              <a:rPr lang="en-IN" smtClean="0"/>
              <a:t>27-03-2021</a:t>
            </a:fld>
            <a:endParaRPr lang="en-IN" dirty="0"/>
          </a:p>
        </p:txBody>
      </p:sp>
      <p:sp>
        <p:nvSpPr>
          <p:cNvPr id="20" name="Slide Number Placeholder 7">
            <a:extLst>
              <a:ext uri="{FF2B5EF4-FFF2-40B4-BE49-F238E27FC236}">
                <a16:creationId xmlns:a16="http://schemas.microsoft.com/office/drawing/2014/main" id="{64FD5022-C834-4670-BF94-5D8ED5DD90FA}"/>
              </a:ext>
            </a:extLst>
          </p:cNvPr>
          <p:cNvSpPr>
            <a:spLocks noGrp="1"/>
          </p:cNvSpPr>
          <p:nvPr>
            <p:ph type="sldNum" sz="quarter" idx="20"/>
          </p:nvPr>
        </p:nvSpPr>
        <p:spPr>
          <a:xfrm>
            <a:off x="6457950" y="4767263"/>
            <a:ext cx="2057400" cy="273844"/>
          </a:xfrm>
        </p:spPr>
        <p:txBody>
          <a:bodyPr/>
          <a:lstStyle/>
          <a:p>
            <a:fld id="{273EEA2F-D825-49D3-9C25-497F06EFD3F7}" type="slidenum">
              <a:rPr lang="en-IN" smtClean="0"/>
              <a:t>‹#›</a:t>
            </a:fld>
            <a:endParaRPr lang="en-IN" dirty="0"/>
          </a:p>
        </p:txBody>
      </p:sp>
      <p:pic>
        <p:nvPicPr>
          <p:cNvPr id="24" name="Picture 23">
            <a:extLst>
              <a:ext uri="{FF2B5EF4-FFF2-40B4-BE49-F238E27FC236}">
                <a16:creationId xmlns:a16="http://schemas.microsoft.com/office/drawing/2014/main" id="{9D671EC7-D508-B044-8C6E-D9DFCCBB9D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153247909"/>
      </p:ext>
    </p:extLst>
  </p:cSld>
  <p:clrMapOvr>
    <a:masterClrMapping/>
  </p:clrMapOvr>
  <p:extLst>
    <p:ext uri="{DCECCB84-F9BA-43D5-87BE-67443E8EF086}">
      <p15:sldGuideLst xmlns:p15="http://schemas.microsoft.com/office/powerpoint/2012/main">
        <p15:guide id="5" orient="horz" pos="2210">
          <p15:clr>
            <a:srgbClr val="FBAE40"/>
          </p15:clr>
        </p15:guide>
        <p15:guide id="6" orient="horz" pos="2391">
          <p15:clr>
            <a:srgbClr val="FBAE40"/>
          </p15:clr>
        </p15:guide>
        <p15:guide id="12" orient="horz" pos="2096">
          <p15:clr>
            <a:srgbClr val="FBAE40"/>
          </p15:clr>
        </p15:guide>
        <p15:guide id="13" orient="horz" pos="378" userDrawn="1">
          <p15:clr>
            <a:srgbClr val="FBAE40"/>
          </p15:clr>
        </p15:guide>
        <p15:guide id="14" pos="907" userDrawn="1">
          <p15:clr>
            <a:srgbClr val="FBAE40"/>
          </p15:clr>
        </p15:guide>
        <p15:guide id="15" orient="horz" pos="872" userDrawn="1">
          <p15:clr>
            <a:srgbClr val="FBAE40"/>
          </p15:clr>
        </p15:guide>
        <p15:guide id="18" pos="1961" userDrawn="1">
          <p15:clr>
            <a:srgbClr val="FBAE40"/>
          </p15:clr>
        </p15:guide>
        <p15:guide id="19" pos="2353" userDrawn="1">
          <p15:clr>
            <a:srgbClr val="FBAE40"/>
          </p15:clr>
        </p15:guide>
        <p15:guide id="20" pos="3407" userDrawn="1">
          <p15:clr>
            <a:srgbClr val="FBAE40"/>
          </p15:clr>
        </p15:guide>
        <p15:guide id="21" pos="3810" userDrawn="1">
          <p15:clr>
            <a:srgbClr val="FBAE40"/>
          </p15:clr>
        </p15:guide>
        <p15:guide id="22" pos="485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13" name="Rectangle 12"/>
          <p:cNvSpPr/>
          <p:nvPr/>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2" name="Title 11"/>
          <p:cNvSpPr>
            <a:spLocks noGrp="1"/>
          </p:cNvSpPr>
          <p:nvPr>
            <p:ph type="title" hasCustomPrompt="1"/>
          </p:nvPr>
        </p:nvSpPr>
        <p:spPr>
          <a:xfrm>
            <a:off x="629841" y="616199"/>
            <a:ext cx="3612150" cy="434679"/>
          </a:xfrm>
        </p:spPr>
        <p:txBody>
          <a:bodyPr>
            <a:noAutofit/>
          </a:bodyPr>
          <a:lstStyle>
            <a:lvl1pPr>
              <a:defRPr sz="3600">
                <a:solidFill>
                  <a:schemeClr val="bg1"/>
                </a:solidFill>
              </a:defRPr>
            </a:lvl1pPr>
          </a:lstStyle>
          <a:p>
            <a:r>
              <a:rPr lang="en-US" dirty="0"/>
              <a:t>Click to add title</a:t>
            </a:r>
            <a:endParaRPr lang="en-IN" dirty="0"/>
          </a:p>
        </p:txBody>
      </p:sp>
      <p:sp>
        <p:nvSpPr>
          <p:cNvPr id="2" name="Rectangle 1"/>
          <p:cNvSpPr/>
          <p:nvPr/>
        </p:nvSpPr>
        <p:spPr>
          <a:xfrm>
            <a:off x="591700" y="1822542"/>
            <a:ext cx="1836663" cy="184302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5" name="Rectangle 14"/>
          <p:cNvSpPr/>
          <p:nvPr/>
        </p:nvSpPr>
        <p:spPr>
          <a:xfrm>
            <a:off x="2586608" y="1819788"/>
            <a:ext cx="1818181" cy="184302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7" name="Rectangle 16"/>
          <p:cNvSpPr/>
          <p:nvPr/>
        </p:nvSpPr>
        <p:spPr>
          <a:xfrm>
            <a:off x="6603923" y="1808792"/>
            <a:ext cx="1868349" cy="184302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8" name="Rectangle 17"/>
          <p:cNvSpPr/>
          <p:nvPr/>
        </p:nvSpPr>
        <p:spPr>
          <a:xfrm>
            <a:off x="4604246" y="1819788"/>
            <a:ext cx="1843021" cy="1843021"/>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 name="Oval 2"/>
          <p:cNvSpPr/>
          <p:nvPr/>
        </p:nvSpPr>
        <p:spPr>
          <a:xfrm>
            <a:off x="673283" y="1950244"/>
            <a:ext cx="263289" cy="263289"/>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1" name="Oval 20"/>
          <p:cNvSpPr/>
          <p:nvPr/>
        </p:nvSpPr>
        <p:spPr>
          <a:xfrm>
            <a:off x="6777923" y="1956818"/>
            <a:ext cx="263289" cy="263289"/>
          </a:xfrm>
          <a:prstGeom prst="ellipse">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2" name="Oval 21"/>
          <p:cNvSpPr/>
          <p:nvPr/>
        </p:nvSpPr>
        <p:spPr>
          <a:xfrm>
            <a:off x="4719917" y="1957683"/>
            <a:ext cx="263289" cy="263289"/>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5392" y="2035413"/>
            <a:ext cx="103152" cy="94468"/>
          </a:xfrm>
          <a:prstGeom prst="rect">
            <a:avLst/>
          </a:prstGeom>
        </p:spPr>
      </p:pic>
      <p:sp>
        <p:nvSpPr>
          <p:cNvPr id="23" name="Oval 22"/>
          <p:cNvSpPr/>
          <p:nvPr/>
        </p:nvSpPr>
        <p:spPr>
          <a:xfrm>
            <a:off x="2681861" y="1946687"/>
            <a:ext cx="263289" cy="263289"/>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pic>
        <p:nvPicPr>
          <p:cNvPr id="24" name="Picture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63970" y="2028697"/>
            <a:ext cx="103152" cy="94468"/>
          </a:xfrm>
          <a:prstGeom prst="rect">
            <a:avLst/>
          </a:prstGeom>
        </p:spPr>
      </p:pic>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60032" y="2040628"/>
            <a:ext cx="103152" cy="94468"/>
          </a:xfrm>
          <a:prstGeom prst="rect">
            <a:avLst/>
          </a:prstGeom>
        </p:spPr>
      </p:pic>
      <p:pic>
        <p:nvPicPr>
          <p:cNvPr id="30"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02026" y="2044245"/>
            <a:ext cx="103152" cy="94468"/>
          </a:xfrm>
          <a:prstGeom prst="rect">
            <a:avLst/>
          </a:prstGeom>
        </p:spPr>
      </p:pic>
      <p:sp>
        <p:nvSpPr>
          <p:cNvPr id="35" name="Text Placeholder 2"/>
          <p:cNvSpPr>
            <a:spLocks noGrp="1"/>
          </p:cNvSpPr>
          <p:nvPr>
            <p:ph idx="1" hasCustomPrompt="1"/>
          </p:nvPr>
        </p:nvSpPr>
        <p:spPr>
          <a:xfrm>
            <a:off x="772836" y="2352226"/>
            <a:ext cx="1495407" cy="198546"/>
          </a:xfrm>
          <a:prstGeom prst="rect">
            <a:avLst/>
          </a:prstGeom>
        </p:spPr>
        <p:txBody>
          <a:bodyPr vert="horz" lIns="91440" tIns="45720" rIns="91440" bIns="45720" rtlCol="0">
            <a:normAutofit/>
          </a:bodyPr>
          <a:lstStyle>
            <a:lvl1pPr marL="0" indent="0" algn="ctr">
              <a:buNone/>
              <a:defRPr sz="1215" b="1">
                <a:latin typeface="Proxima Nova Rg" panose="02000506030000020004" pitchFamily="50" charset="0"/>
              </a:defRPr>
            </a:lvl1pPr>
          </a:lstStyle>
          <a:p>
            <a:pPr lvl="0"/>
            <a:r>
              <a:rPr lang="en-US" dirty="0"/>
              <a:t>Click to add text</a:t>
            </a:r>
          </a:p>
        </p:txBody>
      </p:sp>
      <p:sp>
        <p:nvSpPr>
          <p:cNvPr id="38" name="Text Placeholder 2"/>
          <p:cNvSpPr>
            <a:spLocks noGrp="1"/>
          </p:cNvSpPr>
          <p:nvPr>
            <p:ph idx="10" hasCustomPrompt="1"/>
          </p:nvPr>
        </p:nvSpPr>
        <p:spPr>
          <a:xfrm>
            <a:off x="2752107" y="2352226"/>
            <a:ext cx="1495407" cy="198546"/>
          </a:xfrm>
          <a:prstGeom prst="rect">
            <a:avLst/>
          </a:prstGeom>
        </p:spPr>
        <p:txBody>
          <a:bodyPr vert="horz" lIns="91440" tIns="45720" rIns="91440" bIns="45720" rtlCol="0">
            <a:normAutofit/>
          </a:bodyPr>
          <a:lstStyle>
            <a:lvl1pPr marL="0" indent="0" algn="ctr">
              <a:buNone/>
              <a:defRPr sz="1215" b="1">
                <a:latin typeface="Proxima Nova Rg" panose="02000506030000020004" pitchFamily="50" charset="0"/>
              </a:defRPr>
            </a:lvl1pPr>
          </a:lstStyle>
          <a:p>
            <a:pPr lvl="0"/>
            <a:r>
              <a:rPr lang="en-US" dirty="0"/>
              <a:t>Click to add text</a:t>
            </a:r>
          </a:p>
        </p:txBody>
      </p:sp>
      <p:sp>
        <p:nvSpPr>
          <p:cNvPr id="41" name="Text Placeholder 2"/>
          <p:cNvSpPr>
            <a:spLocks noGrp="1"/>
          </p:cNvSpPr>
          <p:nvPr>
            <p:ph idx="11" hasCustomPrompt="1"/>
          </p:nvPr>
        </p:nvSpPr>
        <p:spPr>
          <a:xfrm>
            <a:off x="4782484" y="2352226"/>
            <a:ext cx="1495407" cy="198546"/>
          </a:xfrm>
          <a:prstGeom prst="rect">
            <a:avLst/>
          </a:prstGeom>
        </p:spPr>
        <p:txBody>
          <a:bodyPr vert="horz" lIns="91440" tIns="45720" rIns="91440" bIns="45720" rtlCol="0">
            <a:normAutofit/>
          </a:bodyPr>
          <a:lstStyle>
            <a:lvl1pPr marL="0" indent="0" algn="ctr">
              <a:buNone/>
              <a:defRPr sz="1215" b="1">
                <a:latin typeface="Proxima Nova Rg" panose="02000506030000020004" pitchFamily="50" charset="0"/>
              </a:defRPr>
            </a:lvl1pPr>
          </a:lstStyle>
          <a:p>
            <a:pPr lvl="0"/>
            <a:r>
              <a:rPr lang="en-US" dirty="0"/>
              <a:t>Click to add text</a:t>
            </a:r>
          </a:p>
        </p:txBody>
      </p:sp>
      <p:sp>
        <p:nvSpPr>
          <p:cNvPr id="45" name="Text Placeholder 2"/>
          <p:cNvSpPr>
            <a:spLocks noGrp="1"/>
          </p:cNvSpPr>
          <p:nvPr>
            <p:ph idx="12" hasCustomPrompt="1"/>
          </p:nvPr>
        </p:nvSpPr>
        <p:spPr>
          <a:xfrm>
            <a:off x="6844575" y="2352226"/>
            <a:ext cx="1495407" cy="198546"/>
          </a:xfrm>
          <a:prstGeom prst="rect">
            <a:avLst/>
          </a:prstGeom>
        </p:spPr>
        <p:txBody>
          <a:bodyPr vert="horz" lIns="91440" tIns="45720" rIns="91440" bIns="45720" rtlCol="0">
            <a:normAutofit/>
          </a:bodyPr>
          <a:lstStyle>
            <a:lvl1pPr marL="0" indent="0" algn="ctr">
              <a:buNone/>
              <a:defRPr sz="1215" b="1">
                <a:latin typeface="Proxima Nova Rg" panose="02000506030000020004" pitchFamily="50" charset="0"/>
              </a:defRPr>
            </a:lvl1pPr>
          </a:lstStyle>
          <a:p>
            <a:pPr lvl="0"/>
            <a:r>
              <a:rPr lang="en-US" dirty="0"/>
              <a:t>Click to add text</a:t>
            </a:r>
          </a:p>
        </p:txBody>
      </p:sp>
      <p:sp>
        <p:nvSpPr>
          <p:cNvPr id="26" name="Text Placeholder 2">
            <a:extLst>
              <a:ext uri="{FF2B5EF4-FFF2-40B4-BE49-F238E27FC236}">
                <a16:creationId xmlns:a16="http://schemas.microsoft.com/office/drawing/2014/main" id="{E07056DC-BA1E-40CC-95C2-9DC99462E084}"/>
              </a:ext>
            </a:extLst>
          </p:cNvPr>
          <p:cNvSpPr>
            <a:spLocks noGrp="1"/>
          </p:cNvSpPr>
          <p:nvPr>
            <p:ph idx="13" hasCustomPrompt="1"/>
          </p:nvPr>
        </p:nvSpPr>
        <p:spPr>
          <a:xfrm>
            <a:off x="766677" y="2633826"/>
            <a:ext cx="1495407" cy="800177"/>
          </a:xfrm>
          <a:prstGeom prst="rect">
            <a:avLst/>
          </a:prstGeom>
        </p:spPr>
        <p:txBody>
          <a:bodyPr vert="horz" lIns="91440" tIns="45720" rIns="91440" bIns="45720" rtlCol="0">
            <a:noAutofit/>
          </a:bodyPr>
          <a:lstStyle>
            <a:lvl1pPr marL="0" indent="0" algn="ctr">
              <a:buNone/>
              <a:defRPr sz="940" b="0">
                <a:latin typeface="Proxima Nova Rg" panose="02000506030000020004" pitchFamily="50" charset="0"/>
              </a:defRPr>
            </a:lvl1pPr>
          </a:lstStyle>
          <a:p>
            <a:pPr lvl="0"/>
            <a:r>
              <a:rPr lang="en-US" dirty="0"/>
              <a:t>Click to add text</a:t>
            </a:r>
          </a:p>
        </p:txBody>
      </p:sp>
      <p:sp>
        <p:nvSpPr>
          <p:cNvPr id="27" name="Text Placeholder 2">
            <a:extLst>
              <a:ext uri="{FF2B5EF4-FFF2-40B4-BE49-F238E27FC236}">
                <a16:creationId xmlns:a16="http://schemas.microsoft.com/office/drawing/2014/main" id="{7B17D727-E6DF-4A67-842D-BCED9755E2DE}"/>
              </a:ext>
            </a:extLst>
          </p:cNvPr>
          <p:cNvSpPr>
            <a:spLocks noGrp="1"/>
          </p:cNvSpPr>
          <p:nvPr>
            <p:ph idx="14" hasCustomPrompt="1"/>
          </p:nvPr>
        </p:nvSpPr>
        <p:spPr>
          <a:xfrm>
            <a:off x="2752106" y="2633878"/>
            <a:ext cx="1495407" cy="800177"/>
          </a:xfrm>
          <a:prstGeom prst="rect">
            <a:avLst/>
          </a:prstGeom>
        </p:spPr>
        <p:txBody>
          <a:bodyPr vert="horz" lIns="91440" tIns="45720" rIns="91440" bIns="45720" rtlCol="0">
            <a:noAutofit/>
          </a:bodyPr>
          <a:lstStyle>
            <a:lvl1pPr marL="0" indent="0" algn="ctr">
              <a:buNone/>
              <a:defRPr sz="830" b="0">
                <a:latin typeface="Proxima Nova Rg" panose="02000506030000020004" pitchFamily="50" charset="0"/>
              </a:defRPr>
            </a:lvl1pPr>
          </a:lstStyle>
          <a:p>
            <a:pPr lvl="0"/>
            <a:r>
              <a:rPr lang="en-US" dirty="0"/>
              <a:t>Click to add text</a:t>
            </a:r>
          </a:p>
        </p:txBody>
      </p:sp>
      <p:sp>
        <p:nvSpPr>
          <p:cNvPr id="29" name="Text Placeholder 2">
            <a:extLst>
              <a:ext uri="{FF2B5EF4-FFF2-40B4-BE49-F238E27FC236}">
                <a16:creationId xmlns:a16="http://schemas.microsoft.com/office/drawing/2014/main" id="{D81891CD-35CC-4726-88E1-CD107C79D470}"/>
              </a:ext>
            </a:extLst>
          </p:cNvPr>
          <p:cNvSpPr>
            <a:spLocks noGrp="1"/>
          </p:cNvSpPr>
          <p:nvPr>
            <p:ph idx="15" hasCustomPrompt="1"/>
          </p:nvPr>
        </p:nvSpPr>
        <p:spPr>
          <a:xfrm>
            <a:off x="4782484" y="2633826"/>
            <a:ext cx="1495407" cy="800177"/>
          </a:xfrm>
          <a:prstGeom prst="rect">
            <a:avLst/>
          </a:prstGeom>
        </p:spPr>
        <p:txBody>
          <a:bodyPr vert="horz" lIns="91440" tIns="45720" rIns="91440" bIns="45720" rtlCol="0">
            <a:noAutofit/>
          </a:bodyPr>
          <a:lstStyle>
            <a:lvl1pPr marL="0" indent="0" algn="ctr">
              <a:buNone/>
              <a:defRPr sz="830" b="0">
                <a:latin typeface="Proxima Nova Rg" panose="02000506030000020004" pitchFamily="50" charset="0"/>
              </a:defRPr>
            </a:lvl1pPr>
          </a:lstStyle>
          <a:p>
            <a:pPr lvl="0"/>
            <a:r>
              <a:rPr lang="en-US" dirty="0"/>
              <a:t>Click to add text</a:t>
            </a:r>
          </a:p>
        </p:txBody>
      </p:sp>
      <p:sp>
        <p:nvSpPr>
          <p:cNvPr id="31" name="Text Placeholder 2">
            <a:extLst>
              <a:ext uri="{FF2B5EF4-FFF2-40B4-BE49-F238E27FC236}">
                <a16:creationId xmlns:a16="http://schemas.microsoft.com/office/drawing/2014/main" id="{D169E76D-53F5-4634-BE5F-DEB745D47845}"/>
              </a:ext>
            </a:extLst>
          </p:cNvPr>
          <p:cNvSpPr>
            <a:spLocks noGrp="1"/>
          </p:cNvSpPr>
          <p:nvPr>
            <p:ph idx="16" hasCustomPrompt="1"/>
          </p:nvPr>
        </p:nvSpPr>
        <p:spPr>
          <a:xfrm>
            <a:off x="6843084" y="2633826"/>
            <a:ext cx="1495407" cy="800177"/>
          </a:xfrm>
          <a:prstGeom prst="rect">
            <a:avLst/>
          </a:prstGeom>
        </p:spPr>
        <p:txBody>
          <a:bodyPr vert="horz" lIns="91440" tIns="45720" rIns="91440" bIns="45720" rtlCol="0">
            <a:noAutofit/>
          </a:bodyPr>
          <a:lstStyle>
            <a:lvl1pPr marL="0" indent="0" algn="ctr">
              <a:buNone/>
              <a:defRPr sz="830" b="0">
                <a:latin typeface="Proxima Nova Rg" panose="02000506030000020004" pitchFamily="50" charset="0"/>
              </a:defRPr>
            </a:lvl1pPr>
          </a:lstStyle>
          <a:p>
            <a:pPr lvl="0"/>
            <a:r>
              <a:rPr lang="en-US" dirty="0"/>
              <a:t>Click to add text</a:t>
            </a:r>
          </a:p>
        </p:txBody>
      </p:sp>
      <p:sp>
        <p:nvSpPr>
          <p:cNvPr id="25" name="Date Placeholder 5">
            <a:extLst>
              <a:ext uri="{FF2B5EF4-FFF2-40B4-BE49-F238E27FC236}">
                <a16:creationId xmlns:a16="http://schemas.microsoft.com/office/drawing/2014/main" id="{CAB3B546-51CB-4994-A9F1-8F1962DB7C80}"/>
              </a:ext>
            </a:extLst>
          </p:cNvPr>
          <p:cNvSpPr>
            <a:spLocks noGrp="1"/>
          </p:cNvSpPr>
          <p:nvPr>
            <p:ph type="dt" sz="half" idx="17"/>
          </p:nvPr>
        </p:nvSpPr>
        <p:spPr>
          <a:xfrm>
            <a:off x="638175" y="4767263"/>
            <a:ext cx="2057400" cy="273844"/>
          </a:xfrm>
        </p:spPr>
        <p:txBody>
          <a:bodyPr/>
          <a:lstStyle/>
          <a:p>
            <a:fld id="{A3A67E1C-BAD1-994B-B7B0-0862E7408890}" type="datetime1">
              <a:rPr lang="en-IN" smtClean="0"/>
              <a:t>27-03-2021</a:t>
            </a:fld>
            <a:endParaRPr lang="en-IN" dirty="0"/>
          </a:p>
        </p:txBody>
      </p:sp>
      <p:sp>
        <p:nvSpPr>
          <p:cNvPr id="32" name="Footer Placeholder 6">
            <a:extLst>
              <a:ext uri="{FF2B5EF4-FFF2-40B4-BE49-F238E27FC236}">
                <a16:creationId xmlns:a16="http://schemas.microsoft.com/office/drawing/2014/main" id="{9BF5947E-E89E-4885-BAA6-FBACA46CF126}"/>
              </a:ext>
            </a:extLst>
          </p:cNvPr>
          <p:cNvSpPr>
            <a:spLocks noGrp="1"/>
          </p:cNvSpPr>
          <p:nvPr>
            <p:ph type="ftr" sz="quarter" idx="18"/>
          </p:nvPr>
        </p:nvSpPr>
        <p:spPr>
          <a:xfrm>
            <a:off x="3038475" y="4767263"/>
            <a:ext cx="3086100" cy="273844"/>
          </a:xfrm>
          <a:prstGeom prst="rect">
            <a:avLst/>
          </a:prstGeom>
        </p:spPr>
        <p:txBody>
          <a:bodyPr/>
          <a:lstStyle/>
          <a:p>
            <a:r>
              <a:rPr lang="en-IN"/>
              <a:t>Data Science Certification Program</a:t>
            </a:r>
            <a:endParaRPr lang="en-IN" dirty="0"/>
          </a:p>
        </p:txBody>
      </p:sp>
      <p:sp>
        <p:nvSpPr>
          <p:cNvPr id="33" name="Slide Number Placeholder 7">
            <a:extLst>
              <a:ext uri="{FF2B5EF4-FFF2-40B4-BE49-F238E27FC236}">
                <a16:creationId xmlns:a16="http://schemas.microsoft.com/office/drawing/2014/main" id="{64FD5022-C834-4670-BF94-5D8ED5DD90FA}"/>
              </a:ext>
            </a:extLst>
          </p:cNvPr>
          <p:cNvSpPr>
            <a:spLocks noGrp="1"/>
          </p:cNvSpPr>
          <p:nvPr>
            <p:ph type="sldNum" sz="quarter" idx="19"/>
          </p:nvPr>
        </p:nvSpPr>
        <p:spPr>
          <a:xfrm>
            <a:off x="6467475" y="4767263"/>
            <a:ext cx="2057400" cy="273844"/>
          </a:xfrm>
        </p:spPr>
        <p:txBody>
          <a:bodyPr/>
          <a:lstStyle/>
          <a:p>
            <a:fld id="{273EEA2F-D825-49D3-9C25-497F06EFD3F7}" type="slidenum">
              <a:rPr lang="en-IN" smtClean="0"/>
              <a:t>‹#›</a:t>
            </a:fld>
            <a:endParaRPr lang="en-IN" dirty="0"/>
          </a:p>
        </p:txBody>
      </p:sp>
      <p:pic>
        <p:nvPicPr>
          <p:cNvPr id="34" name="Picture 3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1920" y="303610"/>
            <a:ext cx="909780" cy="242888"/>
          </a:xfrm>
          <a:prstGeom prst="rect">
            <a:avLst/>
          </a:prstGeom>
        </p:spPr>
      </p:pic>
      <p:sp>
        <p:nvSpPr>
          <p:cNvPr id="36" name="Rectangle 35"/>
          <p:cNvSpPr/>
          <p:nvPr userDrawn="1"/>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9" name="Rectangle 38"/>
          <p:cNvSpPr/>
          <p:nvPr userDrawn="1"/>
        </p:nvSpPr>
        <p:spPr>
          <a:xfrm>
            <a:off x="591700" y="1822543"/>
            <a:ext cx="1883480" cy="189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sp>
        <p:nvSpPr>
          <p:cNvPr id="40" name="Rectangle 39"/>
          <p:cNvSpPr/>
          <p:nvPr userDrawn="1"/>
        </p:nvSpPr>
        <p:spPr>
          <a:xfrm>
            <a:off x="2611322" y="1819789"/>
            <a:ext cx="1864527" cy="189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sp>
        <p:nvSpPr>
          <p:cNvPr id="42" name="Rectangle 41"/>
          <p:cNvSpPr/>
          <p:nvPr userDrawn="1"/>
        </p:nvSpPr>
        <p:spPr>
          <a:xfrm>
            <a:off x="6653351" y="1808793"/>
            <a:ext cx="1915974" cy="189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sp>
        <p:nvSpPr>
          <p:cNvPr id="43" name="Rectangle 42"/>
          <p:cNvSpPr/>
          <p:nvPr userDrawn="1"/>
        </p:nvSpPr>
        <p:spPr>
          <a:xfrm>
            <a:off x="4604247" y="1819789"/>
            <a:ext cx="1890000" cy="1890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sp>
        <p:nvSpPr>
          <p:cNvPr id="44" name="Oval 43"/>
          <p:cNvSpPr/>
          <p:nvPr userDrawn="1"/>
        </p:nvSpPr>
        <p:spPr>
          <a:xfrm>
            <a:off x="673283" y="1950244"/>
            <a:ext cx="270000" cy="270000"/>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46" name="Oval 45"/>
          <p:cNvSpPr/>
          <p:nvPr userDrawn="1"/>
        </p:nvSpPr>
        <p:spPr>
          <a:xfrm>
            <a:off x="6777923" y="1956818"/>
            <a:ext cx="270000" cy="270000"/>
          </a:xfrm>
          <a:prstGeom prst="ellipse">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47" name="Oval 46"/>
          <p:cNvSpPr/>
          <p:nvPr userDrawn="1"/>
        </p:nvSpPr>
        <p:spPr>
          <a:xfrm>
            <a:off x="4719917" y="1957683"/>
            <a:ext cx="270000" cy="270000"/>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pic>
        <p:nvPicPr>
          <p:cNvPr id="48" name="Picture 4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5392" y="2035413"/>
            <a:ext cx="105782" cy="96876"/>
          </a:xfrm>
          <a:prstGeom prst="rect">
            <a:avLst/>
          </a:prstGeom>
        </p:spPr>
      </p:pic>
      <p:sp>
        <p:nvSpPr>
          <p:cNvPr id="49" name="Oval 48"/>
          <p:cNvSpPr/>
          <p:nvPr userDrawn="1"/>
        </p:nvSpPr>
        <p:spPr>
          <a:xfrm>
            <a:off x="2681861" y="1946687"/>
            <a:ext cx="270000" cy="270000"/>
          </a:xfrm>
          <a:prstGeom prst="ellipse">
            <a:avLst/>
          </a:prstGeom>
          <a:solidFill>
            <a:srgbClr val="F1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pic>
        <p:nvPicPr>
          <p:cNvPr id="50" name="Picture 4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88684" y="2028697"/>
            <a:ext cx="105782" cy="96876"/>
          </a:xfrm>
          <a:prstGeom prst="rect">
            <a:avLst/>
          </a:prstGeom>
        </p:spPr>
      </p:pic>
      <p:pic>
        <p:nvPicPr>
          <p:cNvPr id="51" name="Picture 5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60032" y="2040628"/>
            <a:ext cx="105782" cy="96876"/>
          </a:xfrm>
          <a:prstGeom prst="rect">
            <a:avLst/>
          </a:prstGeom>
        </p:spPr>
      </p:pic>
      <p:pic>
        <p:nvPicPr>
          <p:cNvPr id="52" name="Picture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02026" y="2044245"/>
            <a:ext cx="105782" cy="96876"/>
          </a:xfrm>
          <a:prstGeom prst="rect">
            <a:avLst/>
          </a:prstGeom>
        </p:spPr>
      </p:pic>
      <p:pic>
        <p:nvPicPr>
          <p:cNvPr id="55" name="Picture 54">
            <a:extLst>
              <a:ext uri="{FF2B5EF4-FFF2-40B4-BE49-F238E27FC236}">
                <a16:creationId xmlns:a16="http://schemas.microsoft.com/office/drawing/2014/main" id="{882F7326-C7FA-D748-86B3-42DEEB935CD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692873654"/>
      </p:ext>
    </p:extLst>
  </p:cSld>
  <p:clrMapOvr>
    <a:masterClrMapping/>
  </p:clrMapOvr>
  <p:extLst>
    <p:ext uri="{DCECCB84-F9BA-43D5-87BE-67443E8EF086}">
      <p15:sldGuideLst xmlns:p15="http://schemas.microsoft.com/office/powerpoint/2012/main">
        <p15:guide id="15" orient="horz" pos="378" userDrawn="1">
          <p15:clr>
            <a:srgbClr val="FBAE40"/>
          </p15:clr>
        </p15:guide>
        <p15:guide id="16" orient="horz" pos="1144" userDrawn="1">
          <p15:clr>
            <a:srgbClr val="FBAE40"/>
          </p15:clr>
        </p15:guide>
        <p15:guide id="17" orient="horz" pos="2335" userDrawn="1">
          <p15:clr>
            <a:srgbClr val="FBAE40"/>
          </p15:clr>
        </p15:guide>
        <p15:guide id="18" pos="1587" userDrawn="1">
          <p15:clr>
            <a:srgbClr val="FBAE40"/>
          </p15:clr>
        </p15:guide>
        <p15:guide id="19" pos="1655" userDrawn="1">
          <p15:clr>
            <a:srgbClr val="FBAE40"/>
          </p15:clr>
        </p15:guide>
        <p15:guide id="20" pos="2835" userDrawn="1">
          <p15:clr>
            <a:srgbClr val="FBAE40"/>
          </p15:clr>
        </p15:guide>
        <p15:guide id="21" pos="2931" userDrawn="1">
          <p15:clr>
            <a:srgbClr val="FBAE40"/>
          </p15:clr>
        </p15:guide>
        <p15:guide id="22" pos="4122" userDrawn="1">
          <p15:clr>
            <a:srgbClr val="FBAE40"/>
          </p15:clr>
        </p15:guide>
        <p15:guide id="23" pos="4190" userDrawn="1">
          <p15:clr>
            <a:srgbClr val="FBAE40"/>
          </p15:clr>
        </p15:guide>
        <p15:guide id="24" orient="horz" pos="1399" userDrawn="1">
          <p15:clr>
            <a:srgbClr val="FBAE40"/>
          </p15:clr>
        </p15:guide>
        <p15:guide id="25" orient="horz" pos="122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icture and cap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BA7D0C-E0AE-B84E-82B1-85E1892A0CB7}"/>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7" name="Picture Placeholder 6"/>
          <p:cNvSpPr>
            <a:spLocks noGrp="1"/>
          </p:cNvSpPr>
          <p:nvPr>
            <p:ph type="pic" sz="quarter" idx="10"/>
          </p:nvPr>
        </p:nvSpPr>
        <p:spPr>
          <a:xfrm>
            <a:off x="4136817" y="1681163"/>
            <a:ext cx="4535267" cy="2825475"/>
          </a:xfrm>
          <a:prstGeom prst="rect">
            <a:avLst/>
          </a:prstGeom>
        </p:spPr>
        <p:txBody>
          <a:bodyPr/>
          <a:lstStyle>
            <a:lvl1pPr marL="0" indent="0">
              <a:buNone/>
              <a:defRPr sz="1100">
                <a:latin typeface="Proxima Nova Rg" pitchFamily="50" charset="0"/>
              </a:defRPr>
            </a:lvl1pPr>
          </a:lstStyle>
          <a:p>
            <a:r>
              <a:rPr lang="en-US"/>
              <a:t>Click icon to add picture</a:t>
            </a:r>
            <a:endParaRPr lang="en-IN" dirty="0"/>
          </a:p>
        </p:txBody>
      </p:sp>
      <p:sp>
        <p:nvSpPr>
          <p:cNvPr id="6" name="Text Placeholder 2">
            <a:extLst>
              <a:ext uri="{FF2B5EF4-FFF2-40B4-BE49-F238E27FC236}">
                <a16:creationId xmlns:a16="http://schemas.microsoft.com/office/drawing/2014/main" id="{88B78B82-9182-42FF-9B90-F95F4B5F528F}"/>
              </a:ext>
            </a:extLst>
          </p:cNvPr>
          <p:cNvSpPr>
            <a:spLocks noGrp="1"/>
          </p:cNvSpPr>
          <p:nvPr>
            <p:ph idx="15" hasCustomPrompt="1"/>
          </p:nvPr>
        </p:nvSpPr>
        <p:spPr>
          <a:xfrm>
            <a:off x="648274" y="1681163"/>
            <a:ext cx="3140075" cy="2825475"/>
          </a:xfrm>
          <a:prstGeom prst="rect">
            <a:avLst/>
          </a:prstGeom>
        </p:spPr>
        <p:txBody>
          <a:bodyPr vert="horz" lIns="91440" tIns="45720" rIns="91440" bIns="45720" rtlCol="0">
            <a:noAutofit/>
          </a:bodyPr>
          <a:lstStyle>
            <a:lvl1pPr marL="0" indent="0" algn="ctr">
              <a:buNone/>
              <a:defRPr sz="1800" b="0">
                <a:latin typeface="Proxima Nova Rg" panose="02000506030000020004" pitchFamily="50" charset="0"/>
              </a:defRPr>
            </a:lvl1pPr>
          </a:lstStyle>
          <a:p>
            <a:pPr lvl="0"/>
            <a:r>
              <a:rPr lang="en-US" dirty="0"/>
              <a:t>Click to add text</a:t>
            </a:r>
          </a:p>
        </p:txBody>
      </p:sp>
      <p:sp>
        <p:nvSpPr>
          <p:cNvPr id="8" name="Date Placeholder 5">
            <a:extLst>
              <a:ext uri="{FF2B5EF4-FFF2-40B4-BE49-F238E27FC236}">
                <a16:creationId xmlns:a16="http://schemas.microsoft.com/office/drawing/2014/main" id="{CAB3B546-51CB-4994-A9F1-8F1962DB7C80}"/>
              </a:ext>
            </a:extLst>
          </p:cNvPr>
          <p:cNvSpPr>
            <a:spLocks noGrp="1"/>
          </p:cNvSpPr>
          <p:nvPr>
            <p:ph type="dt" sz="half" idx="16"/>
          </p:nvPr>
        </p:nvSpPr>
        <p:spPr>
          <a:xfrm>
            <a:off x="628650" y="4767263"/>
            <a:ext cx="2057400" cy="273844"/>
          </a:xfrm>
        </p:spPr>
        <p:txBody>
          <a:bodyPr/>
          <a:lstStyle/>
          <a:p>
            <a:fld id="{AAC8EB75-20B8-FA41-8A25-CB9D4F4E068B}" type="datetime1">
              <a:rPr lang="en-IN" smtClean="0"/>
              <a:t>27-03-2021</a:t>
            </a:fld>
            <a:endParaRPr lang="en-IN" dirty="0"/>
          </a:p>
        </p:txBody>
      </p:sp>
      <p:sp>
        <p:nvSpPr>
          <p:cNvPr id="11"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a:xfrm>
            <a:off x="6457950" y="4767263"/>
            <a:ext cx="2057400" cy="273844"/>
          </a:xfrm>
        </p:spPr>
        <p:txBody>
          <a:bodyPr/>
          <a:lstStyle/>
          <a:p>
            <a:fld id="{273EEA2F-D825-49D3-9C25-497F06EFD3F7}" type="slidenum">
              <a:rPr lang="en-IN" smtClean="0"/>
              <a:t>‹#›</a:t>
            </a:fld>
            <a:endParaRPr lang="en-IN" dirty="0"/>
          </a:p>
        </p:txBody>
      </p:sp>
      <p:pic>
        <p:nvPicPr>
          <p:cNvPr id="10" name="Picture 9">
            <a:extLst>
              <a:ext uri="{FF2B5EF4-FFF2-40B4-BE49-F238E27FC236}">
                <a16:creationId xmlns:a16="http://schemas.microsoft.com/office/drawing/2014/main" id="{DCD9752B-E691-BB48-B04D-CD234F0A2C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
        <p:nvSpPr>
          <p:cNvPr id="13" name="Title 11">
            <a:extLst>
              <a:ext uri="{FF2B5EF4-FFF2-40B4-BE49-F238E27FC236}">
                <a16:creationId xmlns:a16="http://schemas.microsoft.com/office/drawing/2014/main" id="{E3173431-5AA8-1A42-9420-E3760BDF2417}"/>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spTree>
    <p:extLst>
      <p:ext uri="{BB962C8B-B14F-4D97-AF65-F5344CB8AC3E}">
        <p14:creationId xmlns:p14="http://schemas.microsoft.com/office/powerpoint/2010/main" val="1349110621"/>
      </p:ext>
    </p:extLst>
  </p:cSld>
  <p:clrMapOvr>
    <a:masterClrMapping/>
  </p:clrMapOvr>
  <p:extLst>
    <p:ext uri="{DCECCB84-F9BA-43D5-87BE-67443E8EF086}">
      <p15:sldGuideLst xmlns:p15="http://schemas.microsoft.com/office/powerpoint/2012/main">
        <p15:guide id="7" orient="horz" pos="378" userDrawn="1">
          <p15:clr>
            <a:srgbClr val="FBAE40"/>
          </p15:clr>
        </p15:guide>
        <p15:guide id="8" orient="horz" pos="1053" userDrawn="1">
          <p15:clr>
            <a:srgbClr val="FBAE40"/>
          </p15:clr>
        </p15:guide>
        <p15:guide id="9" orient="horz" pos="2845" userDrawn="1">
          <p15:clr>
            <a:srgbClr val="FBAE40"/>
          </p15:clr>
        </p15:guide>
        <p15:guide id="10" pos="3254" userDrawn="1">
          <p15:clr>
            <a:srgbClr val="FBAE40"/>
          </p15:clr>
        </p15:guide>
        <p15:guide id="11" pos="339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and 2 pictures">
    <p:spTree>
      <p:nvGrpSpPr>
        <p:cNvPr id="1" name=""/>
        <p:cNvGrpSpPr/>
        <p:nvPr/>
      </p:nvGrpSpPr>
      <p:grpSpPr>
        <a:xfrm>
          <a:off x="0" y="0"/>
          <a:ext cx="0" cy="0"/>
          <a:chOff x="0" y="0"/>
          <a:chExt cx="0" cy="0"/>
        </a:xfrm>
      </p:grpSpPr>
      <p:sp>
        <p:nvSpPr>
          <p:cNvPr id="13" name="Rectangle 12"/>
          <p:cNvSpPr/>
          <p:nvPr/>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2" name="Title 11"/>
          <p:cNvSpPr>
            <a:spLocks noGrp="1"/>
          </p:cNvSpPr>
          <p:nvPr>
            <p:ph type="title" hasCustomPrompt="1"/>
          </p:nvPr>
        </p:nvSpPr>
        <p:spPr>
          <a:xfrm>
            <a:off x="642473" y="546498"/>
            <a:ext cx="5902706" cy="567927"/>
          </a:xfrm>
        </p:spPr>
        <p:txBody>
          <a:bodyPr>
            <a:noAutofit/>
          </a:bodyPr>
          <a:lstStyle>
            <a:lvl1pPr>
              <a:defRPr sz="3600">
                <a:solidFill>
                  <a:schemeClr val="bg1"/>
                </a:solidFill>
              </a:defRPr>
            </a:lvl1pPr>
          </a:lstStyle>
          <a:p>
            <a:r>
              <a:rPr lang="en-US" dirty="0"/>
              <a:t>Click to add title </a:t>
            </a:r>
            <a:endParaRPr lang="en-IN" dirty="0"/>
          </a:p>
        </p:txBody>
      </p:sp>
      <p:sp>
        <p:nvSpPr>
          <p:cNvPr id="17" name="Rectangle 16"/>
          <p:cNvSpPr/>
          <p:nvPr/>
        </p:nvSpPr>
        <p:spPr>
          <a:xfrm>
            <a:off x="4599929" y="1870236"/>
            <a:ext cx="3921771" cy="2322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7" name="Picture Placeholder 6"/>
          <p:cNvSpPr>
            <a:spLocks noGrp="1"/>
          </p:cNvSpPr>
          <p:nvPr>
            <p:ph type="pic" sz="quarter" idx="10"/>
          </p:nvPr>
        </p:nvSpPr>
        <p:spPr>
          <a:xfrm>
            <a:off x="4599929" y="1868092"/>
            <a:ext cx="3921771" cy="2325290"/>
          </a:xfrm>
          <a:prstGeom prst="rect">
            <a:avLst/>
          </a:prstGeom>
        </p:spPr>
        <p:txBody>
          <a:bodyPr/>
          <a:lstStyle>
            <a:lvl1pPr marL="0" indent="0">
              <a:buNone/>
              <a:defRPr sz="1100">
                <a:latin typeface="Proxima Nova Rg" pitchFamily="50" charset="0"/>
              </a:defRPr>
            </a:lvl1pPr>
          </a:lstStyle>
          <a:p>
            <a:r>
              <a:rPr lang="en-US"/>
              <a:t>Click icon to add picture</a:t>
            </a:r>
            <a:endParaRPr lang="en-IN" dirty="0"/>
          </a:p>
        </p:txBody>
      </p:sp>
      <p:sp>
        <p:nvSpPr>
          <p:cNvPr id="9" name="Picture Placeholder 8"/>
          <p:cNvSpPr>
            <a:spLocks noGrp="1"/>
          </p:cNvSpPr>
          <p:nvPr>
            <p:ph type="pic" sz="quarter" idx="11"/>
          </p:nvPr>
        </p:nvSpPr>
        <p:spPr>
          <a:xfrm>
            <a:off x="621848" y="1868091"/>
            <a:ext cx="2592000" cy="783000"/>
          </a:xfrm>
          <a:prstGeom prst="rect">
            <a:avLst/>
          </a:prstGeom>
        </p:spPr>
        <p:txBody>
          <a:bodyPr/>
          <a:lstStyle>
            <a:lvl1pPr marL="0" indent="0">
              <a:buNone/>
              <a:defRPr sz="1100">
                <a:latin typeface="Proxima Nova Rg" pitchFamily="50" charset="0"/>
              </a:defRPr>
            </a:lvl1pPr>
          </a:lstStyle>
          <a:p>
            <a:r>
              <a:rPr lang="en-US"/>
              <a:t>Click icon to add picture</a:t>
            </a:r>
            <a:endParaRPr lang="en-IN" dirty="0"/>
          </a:p>
        </p:txBody>
      </p:sp>
      <p:sp>
        <p:nvSpPr>
          <p:cNvPr id="35" name="Text Placeholder 2"/>
          <p:cNvSpPr>
            <a:spLocks noGrp="1"/>
          </p:cNvSpPr>
          <p:nvPr>
            <p:ph idx="1" hasCustomPrompt="1"/>
          </p:nvPr>
        </p:nvSpPr>
        <p:spPr>
          <a:xfrm>
            <a:off x="629841" y="3145632"/>
            <a:ext cx="3343275" cy="283960"/>
          </a:xfrm>
          <a:prstGeom prst="rect">
            <a:avLst/>
          </a:prstGeom>
        </p:spPr>
        <p:txBody>
          <a:bodyPr vert="horz" lIns="91440" tIns="45720" rIns="91440" bIns="45720" rtlCol="0">
            <a:normAutofit/>
          </a:bodyPr>
          <a:lstStyle>
            <a:lvl1pPr marL="0" indent="0" algn="l">
              <a:buNone/>
              <a:defRPr sz="1215" b="1">
                <a:latin typeface="Proxima Nova Rg" panose="02000506030000020004" pitchFamily="50" charset="0"/>
              </a:defRPr>
            </a:lvl1pPr>
          </a:lstStyle>
          <a:p>
            <a:pPr lvl="0"/>
            <a:r>
              <a:rPr lang="en-US" dirty="0"/>
              <a:t>Click to add text</a:t>
            </a:r>
          </a:p>
        </p:txBody>
      </p:sp>
      <p:sp>
        <p:nvSpPr>
          <p:cNvPr id="10" name="Text Placeholder 2">
            <a:extLst>
              <a:ext uri="{FF2B5EF4-FFF2-40B4-BE49-F238E27FC236}">
                <a16:creationId xmlns:a16="http://schemas.microsoft.com/office/drawing/2014/main" id="{836C12CF-F405-45A5-97E3-9EAADD0DF63C}"/>
              </a:ext>
            </a:extLst>
          </p:cNvPr>
          <p:cNvSpPr>
            <a:spLocks noGrp="1"/>
          </p:cNvSpPr>
          <p:nvPr>
            <p:ph idx="12" hasCustomPrompt="1"/>
          </p:nvPr>
        </p:nvSpPr>
        <p:spPr>
          <a:xfrm>
            <a:off x="635000" y="3515616"/>
            <a:ext cx="3343275" cy="283960"/>
          </a:xfrm>
          <a:prstGeom prst="rect">
            <a:avLst/>
          </a:prstGeom>
        </p:spPr>
        <p:txBody>
          <a:bodyPr vert="horz" lIns="91440" tIns="45720" rIns="91440" bIns="45720" rtlCol="0">
            <a:normAutofit/>
          </a:bodyPr>
          <a:lstStyle>
            <a:lvl1pPr marL="0" indent="0" algn="l">
              <a:buNone/>
              <a:defRPr sz="1310" b="0">
                <a:latin typeface="Proxima Nova Rg" panose="02000506030000020004" pitchFamily="50" charset="0"/>
              </a:defRPr>
            </a:lvl1pPr>
          </a:lstStyle>
          <a:p>
            <a:pPr lvl="0"/>
            <a:r>
              <a:rPr lang="en-US" dirty="0"/>
              <a:t>Click to add text</a:t>
            </a:r>
          </a:p>
        </p:txBody>
      </p:sp>
      <p:sp>
        <p:nvSpPr>
          <p:cNvPr id="19" name="Date Placeholder 5">
            <a:extLst>
              <a:ext uri="{FF2B5EF4-FFF2-40B4-BE49-F238E27FC236}">
                <a16:creationId xmlns:a16="http://schemas.microsoft.com/office/drawing/2014/main" id="{CAB3B546-51CB-4994-A9F1-8F1962DB7C80}"/>
              </a:ext>
            </a:extLst>
          </p:cNvPr>
          <p:cNvSpPr>
            <a:spLocks noGrp="1"/>
          </p:cNvSpPr>
          <p:nvPr>
            <p:ph type="dt" sz="half" idx="13"/>
          </p:nvPr>
        </p:nvSpPr>
        <p:spPr>
          <a:xfrm>
            <a:off x="642473" y="4767263"/>
            <a:ext cx="2057400" cy="273844"/>
          </a:xfrm>
        </p:spPr>
        <p:txBody>
          <a:bodyPr/>
          <a:lstStyle/>
          <a:p>
            <a:fld id="{4EB8ED25-022A-B848-9E47-2A9D6C0BE6AE}" type="datetime1">
              <a:rPr lang="en-IN" smtClean="0"/>
              <a:t>27-03-2021</a:t>
            </a:fld>
            <a:endParaRPr lang="en-IN" dirty="0"/>
          </a:p>
        </p:txBody>
      </p:sp>
      <p:sp>
        <p:nvSpPr>
          <p:cNvPr id="21" name="Slide Number Placeholder 7">
            <a:extLst>
              <a:ext uri="{FF2B5EF4-FFF2-40B4-BE49-F238E27FC236}">
                <a16:creationId xmlns:a16="http://schemas.microsoft.com/office/drawing/2014/main" id="{64FD5022-C834-4670-BF94-5D8ED5DD90FA}"/>
              </a:ext>
            </a:extLst>
          </p:cNvPr>
          <p:cNvSpPr>
            <a:spLocks noGrp="1"/>
          </p:cNvSpPr>
          <p:nvPr>
            <p:ph type="sldNum" sz="quarter" idx="15"/>
          </p:nvPr>
        </p:nvSpPr>
        <p:spPr>
          <a:xfrm>
            <a:off x="6466042" y="4767263"/>
            <a:ext cx="2057400" cy="273844"/>
          </a:xfrm>
        </p:spPr>
        <p:txBody>
          <a:bodyPr/>
          <a:lstStyle/>
          <a:p>
            <a:fld id="{273EEA2F-D825-49D3-9C25-497F06EFD3F7}" type="slidenum">
              <a:rPr lang="en-IN" smtClean="0"/>
              <a:t>‹#›</a:t>
            </a:fld>
            <a:endParaRPr lang="en-IN" dirty="0"/>
          </a:p>
        </p:txBody>
      </p:sp>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1920" y="303610"/>
            <a:ext cx="909780" cy="242888"/>
          </a:xfrm>
          <a:prstGeom prst="rect">
            <a:avLst/>
          </a:prstGeom>
        </p:spPr>
      </p:pic>
      <p:sp>
        <p:nvSpPr>
          <p:cNvPr id="14" name="Rectangle 13"/>
          <p:cNvSpPr/>
          <p:nvPr userDrawn="1"/>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6" name="Rectangle 15"/>
          <p:cNvSpPr/>
          <p:nvPr userDrawn="1"/>
        </p:nvSpPr>
        <p:spPr>
          <a:xfrm>
            <a:off x="4599929" y="1870236"/>
            <a:ext cx="3969000" cy="2322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a:p>
        </p:txBody>
      </p:sp>
      <p:pic>
        <p:nvPicPr>
          <p:cNvPr id="20" name="Picture 19">
            <a:extLst>
              <a:ext uri="{FF2B5EF4-FFF2-40B4-BE49-F238E27FC236}">
                <a16:creationId xmlns:a16="http://schemas.microsoft.com/office/drawing/2014/main" id="{CE178364-3C2C-104E-8621-E4598F6F7DA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1382317253"/>
      </p:ext>
    </p:extLst>
  </p:cSld>
  <p:clrMapOvr>
    <a:masterClrMapping/>
  </p:clrMapOvr>
  <p:extLst>
    <p:ext uri="{DCECCB84-F9BA-43D5-87BE-67443E8EF086}">
      <p15:sldGuideLst xmlns:p15="http://schemas.microsoft.com/office/powerpoint/2012/main">
        <p15:guide id="11" orient="horz" pos="378" userDrawn="1">
          <p15:clr>
            <a:srgbClr val="FBAE40"/>
          </p15:clr>
        </p15:guide>
        <p15:guide id="12" orient="horz" pos="1178" userDrawn="1">
          <p15:clr>
            <a:srgbClr val="FBAE40"/>
          </p15:clr>
        </p15:guide>
        <p15:guide id="13" orient="horz" pos="1671" userDrawn="1">
          <p15:clr>
            <a:srgbClr val="FBAE40"/>
          </p15:clr>
        </p15:guide>
        <p15:guide id="14" orient="horz" pos="1977" userDrawn="1">
          <p15:clr>
            <a:srgbClr val="FBAE40"/>
          </p15:clr>
        </p15:guide>
        <p15:guide id="15" orient="horz" pos="2930" userDrawn="1">
          <p15:clr>
            <a:srgbClr val="FBAE40"/>
          </p15:clr>
        </p15:guide>
        <p15:guide id="16" orient="horz" pos="2641" userDrawn="1">
          <p15:clr>
            <a:srgbClr val="FBAE40"/>
          </p15:clr>
        </p15:guide>
        <p15:guide id="17" pos="2897"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Icons and Content">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61A22BBF-ECF7-48E5-9254-C806F4572E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869" y="988850"/>
            <a:ext cx="402337" cy="402337"/>
          </a:xfrm>
          <a:prstGeom prst="rect">
            <a:avLst/>
          </a:prstGeom>
        </p:spPr>
      </p:pic>
      <p:pic>
        <p:nvPicPr>
          <p:cNvPr id="35" name="Picture 34">
            <a:extLst>
              <a:ext uri="{FF2B5EF4-FFF2-40B4-BE49-F238E27FC236}">
                <a16:creationId xmlns:a16="http://schemas.microsoft.com/office/drawing/2014/main" id="{F37CDB27-475F-455F-A53F-3279FBF153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869" y="1469040"/>
            <a:ext cx="402337" cy="402337"/>
          </a:xfrm>
          <a:prstGeom prst="rect">
            <a:avLst/>
          </a:prstGeom>
        </p:spPr>
      </p:pic>
      <p:pic>
        <p:nvPicPr>
          <p:cNvPr id="37" name="Picture 36">
            <a:extLst>
              <a:ext uri="{FF2B5EF4-FFF2-40B4-BE49-F238E27FC236}">
                <a16:creationId xmlns:a16="http://schemas.microsoft.com/office/drawing/2014/main" id="{FA704671-85B7-4CCA-AEA1-1843693C19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7869" y="1948824"/>
            <a:ext cx="402337" cy="400051"/>
          </a:xfrm>
          <a:prstGeom prst="rect">
            <a:avLst/>
          </a:prstGeom>
        </p:spPr>
      </p:pic>
      <p:pic>
        <p:nvPicPr>
          <p:cNvPr id="39" name="Picture 38">
            <a:extLst>
              <a:ext uri="{FF2B5EF4-FFF2-40B4-BE49-F238E27FC236}">
                <a16:creationId xmlns:a16="http://schemas.microsoft.com/office/drawing/2014/main" id="{E0C58C3B-8624-42FC-83BE-1F680917187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7869" y="2427167"/>
            <a:ext cx="402337" cy="402337"/>
          </a:xfrm>
          <a:prstGeom prst="rect">
            <a:avLst/>
          </a:prstGeom>
        </p:spPr>
      </p:pic>
      <p:pic>
        <p:nvPicPr>
          <p:cNvPr id="41" name="Picture 40">
            <a:extLst>
              <a:ext uri="{FF2B5EF4-FFF2-40B4-BE49-F238E27FC236}">
                <a16:creationId xmlns:a16="http://schemas.microsoft.com/office/drawing/2014/main" id="{734260FB-9D81-44D6-B570-7233AFE3E63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7868" y="2907797"/>
            <a:ext cx="402337" cy="402337"/>
          </a:xfrm>
          <a:prstGeom prst="rect">
            <a:avLst/>
          </a:prstGeom>
        </p:spPr>
      </p:pic>
      <p:sp>
        <p:nvSpPr>
          <p:cNvPr id="53" name="Text Placeholder 52">
            <a:extLst>
              <a:ext uri="{FF2B5EF4-FFF2-40B4-BE49-F238E27FC236}">
                <a16:creationId xmlns:a16="http://schemas.microsoft.com/office/drawing/2014/main" id="{77FD4B2B-34D8-4D5D-BD88-8550D945DAF4}"/>
              </a:ext>
            </a:extLst>
          </p:cNvPr>
          <p:cNvSpPr>
            <a:spLocks noGrp="1"/>
          </p:cNvSpPr>
          <p:nvPr>
            <p:ph type="body" sz="quarter" idx="10" hasCustomPrompt="1"/>
          </p:nvPr>
        </p:nvSpPr>
        <p:spPr>
          <a:xfrm>
            <a:off x="878243" y="1572506"/>
            <a:ext cx="2471738"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25" name="Text Placeholder 52">
            <a:extLst>
              <a:ext uri="{FF2B5EF4-FFF2-40B4-BE49-F238E27FC236}">
                <a16:creationId xmlns:a16="http://schemas.microsoft.com/office/drawing/2014/main" id="{6F8C78DF-129F-4DD5-940B-2A28F1CA6443}"/>
              </a:ext>
            </a:extLst>
          </p:cNvPr>
          <p:cNvSpPr>
            <a:spLocks noGrp="1"/>
          </p:cNvSpPr>
          <p:nvPr>
            <p:ph type="body" sz="quarter" idx="11" hasCustomPrompt="1"/>
          </p:nvPr>
        </p:nvSpPr>
        <p:spPr>
          <a:xfrm>
            <a:off x="878243" y="1088140"/>
            <a:ext cx="2471738"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26" name="Text Placeholder 52">
            <a:extLst>
              <a:ext uri="{FF2B5EF4-FFF2-40B4-BE49-F238E27FC236}">
                <a16:creationId xmlns:a16="http://schemas.microsoft.com/office/drawing/2014/main" id="{05D2562D-7041-4B56-98A9-04BB318D9B90}"/>
              </a:ext>
            </a:extLst>
          </p:cNvPr>
          <p:cNvSpPr>
            <a:spLocks noGrp="1"/>
          </p:cNvSpPr>
          <p:nvPr>
            <p:ph type="body" sz="quarter" idx="12" hasCustomPrompt="1"/>
          </p:nvPr>
        </p:nvSpPr>
        <p:spPr>
          <a:xfrm>
            <a:off x="878243" y="2046971"/>
            <a:ext cx="2471738"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27" name="Text Placeholder 52">
            <a:extLst>
              <a:ext uri="{FF2B5EF4-FFF2-40B4-BE49-F238E27FC236}">
                <a16:creationId xmlns:a16="http://schemas.microsoft.com/office/drawing/2014/main" id="{9A24ED56-E872-42CE-9349-0302F739F82B}"/>
              </a:ext>
            </a:extLst>
          </p:cNvPr>
          <p:cNvSpPr>
            <a:spLocks noGrp="1"/>
          </p:cNvSpPr>
          <p:nvPr>
            <p:ph type="body" sz="quarter" idx="13" hasCustomPrompt="1"/>
          </p:nvPr>
        </p:nvSpPr>
        <p:spPr>
          <a:xfrm>
            <a:off x="878243" y="2528954"/>
            <a:ext cx="2471738"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28" name="Text Placeholder 52">
            <a:extLst>
              <a:ext uri="{FF2B5EF4-FFF2-40B4-BE49-F238E27FC236}">
                <a16:creationId xmlns:a16="http://schemas.microsoft.com/office/drawing/2014/main" id="{56723C5F-CF03-4E6C-9C31-BBFA14DB305F}"/>
              </a:ext>
            </a:extLst>
          </p:cNvPr>
          <p:cNvSpPr>
            <a:spLocks noGrp="1"/>
          </p:cNvSpPr>
          <p:nvPr>
            <p:ph type="body" sz="quarter" idx="14" hasCustomPrompt="1"/>
          </p:nvPr>
        </p:nvSpPr>
        <p:spPr>
          <a:xfrm>
            <a:off x="878243" y="3005394"/>
            <a:ext cx="2471738"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29" name="Text Placeholder 52">
            <a:extLst>
              <a:ext uri="{FF2B5EF4-FFF2-40B4-BE49-F238E27FC236}">
                <a16:creationId xmlns:a16="http://schemas.microsoft.com/office/drawing/2014/main" id="{8776CB2B-5E17-4509-98AF-6CFCE0151FA9}"/>
              </a:ext>
            </a:extLst>
          </p:cNvPr>
          <p:cNvSpPr>
            <a:spLocks noGrp="1"/>
          </p:cNvSpPr>
          <p:nvPr>
            <p:ph type="body" sz="quarter" idx="15" hasCustomPrompt="1"/>
          </p:nvPr>
        </p:nvSpPr>
        <p:spPr>
          <a:xfrm>
            <a:off x="4359486" y="1572507"/>
            <a:ext cx="2413617" cy="231984"/>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30" name="Text Placeholder 52">
            <a:extLst>
              <a:ext uri="{FF2B5EF4-FFF2-40B4-BE49-F238E27FC236}">
                <a16:creationId xmlns:a16="http://schemas.microsoft.com/office/drawing/2014/main" id="{AA83C8FD-EF8D-45AB-89E4-2758B8BA5A72}"/>
              </a:ext>
            </a:extLst>
          </p:cNvPr>
          <p:cNvSpPr>
            <a:spLocks noGrp="1"/>
          </p:cNvSpPr>
          <p:nvPr>
            <p:ph type="body" sz="quarter" idx="16" hasCustomPrompt="1"/>
          </p:nvPr>
        </p:nvSpPr>
        <p:spPr>
          <a:xfrm>
            <a:off x="4359486" y="1088140"/>
            <a:ext cx="2413617" cy="24188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31" name="Text Placeholder 52">
            <a:extLst>
              <a:ext uri="{FF2B5EF4-FFF2-40B4-BE49-F238E27FC236}">
                <a16:creationId xmlns:a16="http://schemas.microsoft.com/office/drawing/2014/main" id="{4BEF42F8-53FC-43BE-BDCF-783BB52E2BFD}"/>
              </a:ext>
            </a:extLst>
          </p:cNvPr>
          <p:cNvSpPr>
            <a:spLocks noGrp="1"/>
          </p:cNvSpPr>
          <p:nvPr>
            <p:ph type="body" sz="quarter" idx="17" hasCustomPrompt="1"/>
          </p:nvPr>
        </p:nvSpPr>
        <p:spPr>
          <a:xfrm>
            <a:off x="4359486" y="2046971"/>
            <a:ext cx="2413617"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32" name="Text Placeholder 52">
            <a:extLst>
              <a:ext uri="{FF2B5EF4-FFF2-40B4-BE49-F238E27FC236}">
                <a16:creationId xmlns:a16="http://schemas.microsoft.com/office/drawing/2014/main" id="{C6E26A7E-42C9-4E8B-8367-085C42D652D6}"/>
              </a:ext>
            </a:extLst>
          </p:cNvPr>
          <p:cNvSpPr>
            <a:spLocks noGrp="1"/>
          </p:cNvSpPr>
          <p:nvPr>
            <p:ph type="body" sz="quarter" idx="18" hasCustomPrompt="1"/>
          </p:nvPr>
        </p:nvSpPr>
        <p:spPr>
          <a:xfrm>
            <a:off x="4359486" y="2528954"/>
            <a:ext cx="2413617"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34" name="Text Placeholder 52">
            <a:extLst>
              <a:ext uri="{FF2B5EF4-FFF2-40B4-BE49-F238E27FC236}">
                <a16:creationId xmlns:a16="http://schemas.microsoft.com/office/drawing/2014/main" id="{B37C5A5C-C96C-4683-8882-C2E35C7DE1E2}"/>
              </a:ext>
            </a:extLst>
          </p:cNvPr>
          <p:cNvSpPr>
            <a:spLocks noGrp="1"/>
          </p:cNvSpPr>
          <p:nvPr>
            <p:ph type="body" sz="quarter" idx="19" hasCustomPrompt="1"/>
          </p:nvPr>
        </p:nvSpPr>
        <p:spPr>
          <a:xfrm>
            <a:off x="4359486" y="3005394"/>
            <a:ext cx="2413617" cy="203755"/>
          </a:xfrm>
          <a:prstGeom prst="rect">
            <a:avLst/>
          </a:prstGeom>
        </p:spPr>
        <p:txBody>
          <a:bodyPr anchor="t"/>
          <a:lstStyle>
            <a:lvl1pPr marL="0" indent="0">
              <a:buNone/>
              <a:defRPr sz="1000" b="0">
                <a:latin typeface="Proxima Nova Rg" panose="02000506030000020004" pitchFamily="50" charset="0"/>
              </a:defRPr>
            </a:lvl1pPr>
          </a:lstStyle>
          <a:p>
            <a:pPr lvl="0"/>
            <a:r>
              <a:rPr lang="en-IN" dirty="0"/>
              <a:t>Click to add text</a:t>
            </a:r>
          </a:p>
        </p:txBody>
      </p:sp>
      <p:sp>
        <p:nvSpPr>
          <p:cNvPr id="36" name="Date Placeholder 5">
            <a:extLst>
              <a:ext uri="{FF2B5EF4-FFF2-40B4-BE49-F238E27FC236}">
                <a16:creationId xmlns:a16="http://schemas.microsoft.com/office/drawing/2014/main" id="{CAB3B546-51CB-4994-A9F1-8F1962DB7C80}"/>
              </a:ext>
            </a:extLst>
          </p:cNvPr>
          <p:cNvSpPr>
            <a:spLocks noGrp="1"/>
          </p:cNvSpPr>
          <p:nvPr>
            <p:ph type="dt" sz="half" idx="20"/>
          </p:nvPr>
        </p:nvSpPr>
        <p:spPr>
          <a:xfrm>
            <a:off x="628650" y="4767263"/>
            <a:ext cx="2057400" cy="273844"/>
          </a:xfrm>
        </p:spPr>
        <p:txBody>
          <a:bodyPr/>
          <a:lstStyle/>
          <a:p>
            <a:fld id="{371B733E-A046-7440-A009-9222C7A6AB80}" type="datetime1">
              <a:rPr lang="en-IN" smtClean="0"/>
              <a:t>27-03-2021</a:t>
            </a:fld>
            <a:endParaRPr lang="en-IN" dirty="0"/>
          </a:p>
        </p:txBody>
      </p:sp>
      <p:sp>
        <p:nvSpPr>
          <p:cNvPr id="40" name="Slide Number Placeholder 7">
            <a:extLst>
              <a:ext uri="{FF2B5EF4-FFF2-40B4-BE49-F238E27FC236}">
                <a16:creationId xmlns:a16="http://schemas.microsoft.com/office/drawing/2014/main" id="{64FD5022-C834-4670-BF94-5D8ED5DD90FA}"/>
              </a:ext>
            </a:extLst>
          </p:cNvPr>
          <p:cNvSpPr>
            <a:spLocks noGrp="1"/>
          </p:cNvSpPr>
          <p:nvPr>
            <p:ph type="sldNum" sz="quarter" idx="22"/>
          </p:nvPr>
        </p:nvSpPr>
        <p:spPr>
          <a:xfrm>
            <a:off x="6457950" y="4767263"/>
            <a:ext cx="2057400" cy="273844"/>
          </a:xfrm>
        </p:spPr>
        <p:txBody>
          <a:bodyPr/>
          <a:lstStyle/>
          <a:p>
            <a:fld id="{273EEA2F-D825-49D3-9C25-497F06EFD3F7}" type="slidenum">
              <a:rPr lang="en-IN" smtClean="0"/>
              <a:t>‹#›</a:t>
            </a:fld>
            <a:endParaRPr lang="en-IN" dirty="0"/>
          </a:p>
        </p:txBody>
      </p:sp>
      <p:pic>
        <p:nvPicPr>
          <p:cNvPr id="42" name="Picture 41">
            <a:extLst>
              <a:ext uri="{FF2B5EF4-FFF2-40B4-BE49-F238E27FC236}">
                <a16:creationId xmlns:a16="http://schemas.microsoft.com/office/drawing/2014/main" id="{61A22BBF-ECF7-48E5-9254-C806F4572E3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0427" y="997235"/>
            <a:ext cx="402337" cy="402337"/>
          </a:xfrm>
          <a:prstGeom prst="rect">
            <a:avLst/>
          </a:prstGeom>
        </p:spPr>
      </p:pic>
      <p:pic>
        <p:nvPicPr>
          <p:cNvPr id="44" name="Picture 43">
            <a:extLst>
              <a:ext uri="{FF2B5EF4-FFF2-40B4-BE49-F238E27FC236}">
                <a16:creationId xmlns:a16="http://schemas.microsoft.com/office/drawing/2014/main" id="{F37CDB27-475F-455F-A53F-3279FBF153D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0427" y="1477425"/>
            <a:ext cx="402337" cy="402337"/>
          </a:xfrm>
          <a:prstGeom prst="rect">
            <a:avLst/>
          </a:prstGeom>
        </p:spPr>
      </p:pic>
      <p:pic>
        <p:nvPicPr>
          <p:cNvPr id="46" name="Picture 45">
            <a:extLst>
              <a:ext uri="{FF2B5EF4-FFF2-40B4-BE49-F238E27FC236}">
                <a16:creationId xmlns:a16="http://schemas.microsoft.com/office/drawing/2014/main" id="{FA704671-85B7-4CCA-AEA1-1843693C19B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20427" y="1957209"/>
            <a:ext cx="402337" cy="400051"/>
          </a:xfrm>
          <a:prstGeom prst="rect">
            <a:avLst/>
          </a:prstGeom>
        </p:spPr>
      </p:pic>
      <p:pic>
        <p:nvPicPr>
          <p:cNvPr id="48" name="Picture 47">
            <a:extLst>
              <a:ext uri="{FF2B5EF4-FFF2-40B4-BE49-F238E27FC236}">
                <a16:creationId xmlns:a16="http://schemas.microsoft.com/office/drawing/2014/main" id="{E0C58C3B-8624-42FC-83BE-1F680917187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20427" y="2435552"/>
            <a:ext cx="402337" cy="402337"/>
          </a:xfrm>
          <a:prstGeom prst="rect">
            <a:avLst/>
          </a:prstGeom>
        </p:spPr>
      </p:pic>
      <p:pic>
        <p:nvPicPr>
          <p:cNvPr id="50" name="Picture 49">
            <a:extLst>
              <a:ext uri="{FF2B5EF4-FFF2-40B4-BE49-F238E27FC236}">
                <a16:creationId xmlns:a16="http://schemas.microsoft.com/office/drawing/2014/main" id="{734260FB-9D81-44D6-B570-7233AFE3E63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20426" y="2916182"/>
            <a:ext cx="402337" cy="402337"/>
          </a:xfrm>
          <a:prstGeom prst="rect">
            <a:avLst/>
          </a:prstGeom>
        </p:spPr>
      </p:pic>
      <p:pic>
        <p:nvPicPr>
          <p:cNvPr id="52" name="Picture 51">
            <a:extLst>
              <a:ext uri="{FF2B5EF4-FFF2-40B4-BE49-F238E27FC236}">
                <a16:creationId xmlns:a16="http://schemas.microsoft.com/office/drawing/2014/main" id="{1B5C9C04-94F6-4BEF-A235-92865CC68F7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874155" y="997235"/>
            <a:ext cx="402337" cy="402337"/>
          </a:xfrm>
          <a:prstGeom prst="rect">
            <a:avLst/>
          </a:prstGeom>
        </p:spPr>
      </p:pic>
      <p:pic>
        <p:nvPicPr>
          <p:cNvPr id="54" name="Picture 53">
            <a:extLst>
              <a:ext uri="{FF2B5EF4-FFF2-40B4-BE49-F238E27FC236}">
                <a16:creationId xmlns:a16="http://schemas.microsoft.com/office/drawing/2014/main" id="{4C79AAF6-E3DA-4DAE-9241-DCDE37801364}"/>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874154" y="1477425"/>
            <a:ext cx="402337" cy="402337"/>
          </a:xfrm>
          <a:prstGeom prst="rect">
            <a:avLst/>
          </a:prstGeom>
        </p:spPr>
      </p:pic>
      <p:pic>
        <p:nvPicPr>
          <p:cNvPr id="55" name="Picture 54">
            <a:extLst>
              <a:ext uri="{FF2B5EF4-FFF2-40B4-BE49-F238E27FC236}">
                <a16:creationId xmlns:a16="http://schemas.microsoft.com/office/drawing/2014/main" id="{BD4A1B6D-E623-40A4-BDC9-EEE057AA356D}"/>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874153" y="1957209"/>
            <a:ext cx="402337" cy="400051"/>
          </a:xfrm>
          <a:prstGeom prst="rect">
            <a:avLst/>
          </a:prstGeom>
        </p:spPr>
      </p:pic>
      <p:pic>
        <p:nvPicPr>
          <p:cNvPr id="56" name="Picture 55">
            <a:extLst>
              <a:ext uri="{FF2B5EF4-FFF2-40B4-BE49-F238E27FC236}">
                <a16:creationId xmlns:a16="http://schemas.microsoft.com/office/drawing/2014/main" id="{5CAAF797-E4B5-4F3C-9FE1-34148F623FAE}"/>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3874153" y="2434706"/>
            <a:ext cx="402337" cy="402337"/>
          </a:xfrm>
          <a:prstGeom prst="rect">
            <a:avLst/>
          </a:prstGeom>
        </p:spPr>
      </p:pic>
      <p:pic>
        <p:nvPicPr>
          <p:cNvPr id="57" name="Picture 56">
            <a:extLst>
              <a:ext uri="{FF2B5EF4-FFF2-40B4-BE49-F238E27FC236}">
                <a16:creationId xmlns:a16="http://schemas.microsoft.com/office/drawing/2014/main" id="{544BD572-4A52-4A3C-B66B-75B358440E59}"/>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3874153" y="2914489"/>
            <a:ext cx="402337" cy="402337"/>
          </a:xfrm>
          <a:prstGeom prst="rect">
            <a:avLst/>
          </a:prstGeom>
        </p:spPr>
      </p:pic>
      <p:sp>
        <p:nvSpPr>
          <p:cNvPr id="38" name="Rectangle 37">
            <a:extLst>
              <a:ext uri="{FF2B5EF4-FFF2-40B4-BE49-F238E27FC236}">
                <a16:creationId xmlns:a16="http://schemas.microsoft.com/office/drawing/2014/main" id="{4F8701F8-3628-3243-B36A-E8C236586425}"/>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59" name="Title 11">
            <a:extLst>
              <a:ext uri="{FF2B5EF4-FFF2-40B4-BE49-F238E27FC236}">
                <a16:creationId xmlns:a16="http://schemas.microsoft.com/office/drawing/2014/main" id="{707B7404-AAE2-1A43-988B-7DE0D06A3A6A}"/>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60" name="Picture 59">
            <a:extLst>
              <a:ext uri="{FF2B5EF4-FFF2-40B4-BE49-F238E27FC236}">
                <a16:creationId xmlns:a16="http://schemas.microsoft.com/office/drawing/2014/main" id="{C5329AD0-EFED-574A-AC74-7B9241B808D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275978289"/>
      </p:ext>
    </p:extLst>
  </p:cSld>
  <p:clrMapOvr>
    <a:masterClrMapping/>
  </p:clrMapOvr>
  <p:extLst>
    <p:ext uri="{DCECCB84-F9BA-43D5-87BE-67443E8EF086}">
      <p15:sldGuideLst xmlns:p15="http://schemas.microsoft.com/office/powerpoint/2012/main">
        <p15:guide id="10" pos="3878">
          <p15:clr>
            <a:srgbClr val="FBAE40"/>
          </p15:clr>
        </p15:guide>
        <p15:guide id="11" pos="397" userDrawn="1">
          <p15:clr>
            <a:srgbClr val="FBAE40"/>
          </p15:clr>
        </p15:guide>
        <p15:guide id="12" orient="horz" pos="378" userDrawn="1">
          <p15:clr>
            <a:srgbClr val="FBAE40"/>
          </p15:clr>
        </p15:guide>
        <p15:guide id="13" orient="horz" pos="923" userDrawn="1">
          <p15:clr>
            <a:srgbClr val="FBAE40"/>
          </p15:clr>
        </p15:guide>
        <p15:guide id="14" pos="1638" userDrawn="1">
          <p15:clr>
            <a:srgbClr val="FBAE40"/>
          </p15:clr>
        </p15:guide>
        <p15:guide id="15" pos="3578" userDrawn="1">
          <p15:clr>
            <a:srgbClr val="FBAE40"/>
          </p15:clr>
        </p15:guide>
        <p15:guide id="16" orient="horz" pos="1393" userDrawn="1">
          <p15:clr>
            <a:srgbClr val="FBAE40"/>
          </p15:clr>
        </p15:guide>
        <p15:guide id="17" pos="1877" userDrawn="1">
          <p15:clr>
            <a:srgbClr val="FBAE40"/>
          </p15:clr>
        </p15:guide>
        <p15:guide id="18" pos="1928" userDrawn="1">
          <p15:clr>
            <a:srgbClr val="FBAE40"/>
          </p15:clr>
        </p15:guide>
        <p15:guide id="20" pos="383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Section Header">
    <p:spTree>
      <p:nvGrpSpPr>
        <p:cNvPr id="1" name=""/>
        <p:cNvGrpSpPr/>
        <p:nvPr/>
      </p:nvGrpSpPr>
      <p:grpSpPr>
        <a:xfrm>
          <a:off x="0" y="0"/>
          <a:ext cx="0" cy="0"/>
          <a:chOff x="0" y="0"/>
          <a:chExt cx="0" cy="0"/>
        </a:xfrm>
      </p:grpSpPr>
      <p:sp>
        <p:nvSpPr>
          <p:cNvPr id="13" name="Rectangle 12"/>
          <p:cNvSpPr/>
          <p:nvPr/>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 name="Rectangle 1"/>
          <p:cNvSpPr/>
          <p:nvPr/>
        </p:nvSpPr>
        <p:spPr>
          <a:xfrm>
            <a:off x="629841" y="2556933"/>
            <a:ext cx="7891859" cy="826623"/>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grpSp>
        <p:nvGrpSpPr>
          <p:cNvPr id="7" name="Group 6">
            <a:extLst>
              <a:ext uri="{FF2B5EF4-FFF2-40B4-BE49-F238E27FC236}">
                <a16:creationId xmlns:a16="http://schemas.microsoft.com/office/drawing/2014/main" id="{82BB13CD-9991-4DCA-82E0-1747F3F9BC06}"/>
              </a:ext>
            </a:extLst>
          </p:cNvPr>
          <p:cNvGrpSpPr/>
          <p:nvPr/>
        </p:nvGrpSpPr>
        <p:grpSpPr>
          <a:xfrm>
            <a:off x="994787" y="3020755"/>
            <a:ext cx="775019" cy="174751"/>
            <a:chOff x="1326382" y="4041646"/>
            <a:chExt cx="2597497" cy="653143"/>
          </a:xfrm>
          <a:solidFill>
            <a:srgbClr val="F5333F"/>
          </a:solidFill>
        </p:grpSpPr>
        <p:sp>
          <p:nvSpPr>
            <p:cNvPr id="5" name="Star: 5 Points 4">
              <a:extLst>
                <a:ext uri="{FF2B5EF4-FFF2-40B4-BE49-F238E27FC236}">
                  <a16:creationId xmlns:a16="http://schemas.microsoft.com/office/drawing/2014/main" id="{EC574380-B5CC-42B5-85BC-EC9DBF89A138}"/>
                </a:ext>
              </a:extLst>
            </p:cNvPr>
            <p:cNvSpPr/>
            <p:nvPr userDrawn="1"/>
          </p:nvSpPr>
          <p:spPr>
            <a:xfrm>
              <a:off x="1326382"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9" name="Star: 5 Points 28">
              <a:extLst>
                <a:ext uri="{FF2B5EF4-FFF2-40B4-BE49-F238E27FC236}">
                  <a16:creationId xmlns:a16="http://schemas.microsoft.com/office/drawing/2014/main" id="{99F9A9C9-93D1-4FA6-9D41-07B027178C6C}"/>
                </a:ext>
              </a:extLst>
            </p:cNvPr>
            <p:cNvSpPr/>
            <p:nvPr userDrawn="1"/>
          </p:nvSpPr>
          <p:spPr>
            <a:xfrm>
              <a:off x="1974500"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1" name="Star: 5 Points 30">
              <a:extLst>
                <a:ext uri="{FF2B5EF4-FFF2-40B4-BE49-F238E27FC236}">
                  <a16:creationId xmlns:a16="http://schemas.microsoft.com/office/drawing/2014/main" id="{33048992-C900-4AEF-9138-0F86855FA5DB}"/>
                </a:ext>
              </a:extLst>
            </p:cNvPr>
            <p:cNvSpPr/>
            <p:nvPr userDrawn="1"/>
          </p:nvSpPr>
          <p:spPr>
            <a:xfrm>
              <a:off x="2622617"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2" name="Star: 5 Points 31">
              <a:extLst>
                <a:ext uri="{FF2B5EF4-FFF2-40B4-BE49-F238E27FC236}">
                  <a16:creationId xmlns:a16="http://schemas.microsoft.com/office/drawing/2014/main" id="{64AA79B2-DB73-404E-8C90-6E74E5C9AA75}"/>
                </a:ext>
              </a:extLst>
            </p:cNvPr>
            <p:cNvSpPr/>
            <p:nvPr userDrawn="1"/>
          </p:nvSpPr>
          <p:spPr>
            <a:xfrm>
              <a:off x="3270737" y="4041646"/>
              <a:ext cx="653142"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7" name="Freeform: Shape 36">
              <a:extLst>
                <a:ext uri="{FF2B5EF4-FFF2-40B4-BE49-F238E27FC236}">
                  <a16:creationId xmlns:a16="http://schemas.microsoft.com/office/drawing/2014/main" id="{44E94D08-1C31-47C0-974A-8BAE27476E00}"/>
                </a:ext>
              </a:extLst>
            </p:cNvPr>
            <p:cNvSpPr/>
            <p:nvPr userDrawn="1"/>
          </p:nvSpPr>
          <p:spPr>
            <a:xfrm>
              <a:off x="3597306" y="4041650"/>
              <a:ext cx="326569" cy="653139"/>
            </a:xfrm>
            <a:custGeom>
              <a:avLst/>
              <a:gdLst>
                <a:gd name="connsiteX0" fmla="*/ 0 w 326570"/>
                <a:gd name="connsiteY0" fmla="*/ 0 h 653141"/>
                <a:gd name="connsiteX1" fmla="*/ 77091 w 326570"/>
                <a:gd name="connsiteY1" fmla="*/ 249480 h 653141"/>
                <a:gd name="connsiteX2" fmla="*/ 326570 w 326570"/>
                <a:gd name="connsiteY2" fmla="*/ 249478 h 653141"/>
                <a:gd name="connsiteX3" fmla="*/ 124736 w 326570"/>
                <a:gd name="connsiteY3" fmla="*/ 403663 h 653141"/>
                <a:gd name="connsiteX4" fmla="*/ 201831 w 326570"/>
                <a:gd name="connsiteY4" fmla="*/ 653141 h 653141"/>
                <a:gd name="connsiteX5" fmla="*/ 0 w 326570"/>
                <a:gd name="connsiteY5" fmla="*/ 498953 h 65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570" h="653141">
                  <a:moveTo>
                    <a:pt x="0" y="0"/>
                  </a:moveTo>
                  <a:lnTo>
                    <a:pt x="77091" y="249480"/>
                  </a:lnTo>
                  <a:lnTo>
                    <a:pt x="326570" y="249478"/>
                  </a:lnTo>
                  <a:lnTo>
                    <a:pt x="124736" y="403663"/>
                  </a:lnTo>
                  <a:lnTo>
                    <a:pt x="201831" y="653141"/>
                  </a:lnTo>
                  <a:lnTo>
                    <a:pt x="0" y="498953"/>
                  </a:lnTo>
                  <a:close/>
                </a:path>
              </a:pathLst>
            </a:cu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grpSp>
      <p:sp>
        <p:nvSpPr>
          <p:cNvPr id="9" name="Text Placeholder 8">
            <a:extLst>
              <a:ext uri="{FF2B5EF4-FFF2-40B4-BE49-F238E27FC236}">
                <a16:creationId xmlns:a16="http://schemas.microsoft.com/office/drawing/2014/main" id="{EA908F40-8F3C-4F4C-8007-3143C3B7A198}"/>
              </a:ext>
            </a:extLst>
          </p:cNvPr>
          <p:cNvSpPr>
            <a:spLocks noGrp="1"/>
          </p:cNvSpPr>
          <p:nvPr>
            <p:ph type="body" sz="quarter" idx="10" hasCustomPrompt="1"/>
          </p:nvPr>
        </p:nvSpPr>
        <p:spPr>
          <a:xfrm>
            <a:off x="1029406" y="2721203"/>
            <a:ext cx="846528" cy="249042"/>
          </a:xfrm>
          <a:prstGeom prst="rect">
            <a:avLst/>
          </a:prstGeom>
        </p:spPr>
        <p:txBody>
          <a:bodyPr/>
          <a:lstStyle>
            <a:lvl1pPr marL="0" indent="0">
              <a:buNone/>
              <a:defRPr sz="1350">
                <a:latin typeface="Proxima Nova Rg" pitchFamily="50" charset="0"/>
              </a:defRPr>
            </a:lvl1pPr>
          </a:lstStyle>
          <a:p>
            <a:pPr lvl="0"/>
            <a:r>
              <a:rPr lang="en-IN" dirty="0"/>
              <a:t>Header</a:t>
            </a:r>
          </a:p>
        </p:txBody>
      </p:sp>
      <p:sp>
        <p:nvSpPr>
          <p:cNvPr id="16" name="Text Placeholder 8">
            <a:extLst>
              <a:ext uri="{FF2B5EF4-FFF2-40B4-BE49-F238E27FC236}">
                <a16:creationId xmlns:a16="http://schemas.microsoft.com/office/drawing/2014/main" id="{C745C1E1-5162-42F6-91B6-6478A6B73745}"/>
              </a:ext>
            </a:extLst>
          </p:cNvPr>
          <p:cNvSpPr>
            <a:spLocks noGrp="1"/>
          </p:cNvSpPr>
          <p:nvPr>
            <p:ph type="body" sz="quarter" idx="11" hasCustomPrompt="1"/>
          </p:nvPr>
        </p:nvSpPr>
        <p:spPr>
          <a:xfrm>
            <a:off x="1921844" y="3016014"/>
            <a:ext cx="946585" cy="184232"/>
          </a:xfrm>
          <a:prstGeom prst="rect">
            <a:avLst/>
          </a:prstGeom>
        </p:spPr>
        <p:txBody>
          <a:bodyPr/>
          <a:lstStyle>
            <a:lvl1pPr marL="0" indent="0" algn="l">
              <a:buNone/>
              <a:defRPr sz="800">
                <a:latin typeface="Proxima Nova Rg" panose="02000506030000020004" pitchFamily="50" charset="0"/>
              </a:defRPr>
            </a:lvl1pPr>
          </a:lstStyle>
          <a:p>
            <a:pPr algn="ctr"/>
            <a:r>
              <a:rPr lang="en-US" sz="800" dirty="0">
                <a:latin typeface="Proxima Nova Rg" panose="02000506030000020004" pitchFamily="50" charset="0"/>
              </a:rPr>
              <a:t>Click to add text</a:t>
            </a:r>
          </a:p>
        </p:txBody>
      </p:sp>
      <p:sp>
        <p:nvSpPr>
          <p:cNvPr id="20" name="Text Placeholder 52">
            <a:extLst>
              <a:ext uri="{FF2B5EF4-FFF2-40B4-BE49-F238E27FC236}">
                <a16:creationId xmlns:a16="http://schemas.microsoft.com/office/drawing/2014/main" id="{4CEA3C57-1AF4-4B62-8E68-78FDAB21F2B9}"/>
              </a:ext>
            </a:extLst>
          </p:cNvPr>
          <p:cNvSpPr>
            <a:spLocks noGrp="1"/>
          </p:cNvSpPr>
          <p:nvPr>
            <p:ph type="body" sz="quarter" idx="12" hasCustomPrompt="1"/>
          </p:nvPr>
        </p:nvSpPr>
        <p:spPr>
          <a:xfrm>
            <a:off x="2868429" y="3714682"/>
            <a:ext cx="2471738" cy="131215"/>
          </a:xfrm>
          <a:prstGeom prst="rect">
            <a:avLst/>
          </a:prstGeom>
        </p:spPr>
        <p:txBody>
          <a:bodyPr/>
          <a:lstStyle>
            <a:lvl1pPr marL="0" indent="0">
              <a:buNone/>
              <a:defRPr sz="900" b="0">
                <a:latin typeface="Proxima Nova Rg" panose="02000506030000020004" pitchFamily="50" charset="0"/>
              </a:defRPr>
            </a:lvl1pPr>
          </a:lstStyle>
          <a:p>
            <a:pPr lvl="0"/>
            <a:r>
              <a:rPr lang="en-IN" dirty="0"/>
              <a:t>Click to add text</a:t>
            </a:r>
          </a:p>
        </p:txBody>
      </p:sp>
      <p:sp>
        <p:nvSpPr>
          <p:cNvPr id="15" name="Date Placeholder 5">
            <a:extLst>
              <a:ext uri="{FF2B5EF4-FFF2-40B4-BE49-F238E27FC236}">
                <a16:creationId xmlns:a16="http://schemas.microsoft.com/office/drawing/2014/main" id="{CAB3B546-51CB-4994-A9F1-8F1962DB7C80}"/>
              </a:ext>
            </a:extLst>
          </p:cNvPr>
          <p:cNvSpPr>
            <a:spLocks noGrp="1"/>
          </p:cNvSpPr>
          <p:nvPr>
            <p:ph type="dt" sz="half" idx="13"/>
          </p:nvPr>
        </p:nvSpPr>
        <p:spPr>
          <a:xfrm>
            <a:off x="636742" y="4767263"/>
            <a:ext cx="2057400" cy="273844"/>
          </a:xfrm>
        </p:spPr>
        <p:txBody>
          <a:bodyPr/>
          <a:lstStyle/>
          <a:p>
            <a:fld id="{EB6B529C-358E-464A-80D3-B4DD91120955}" type="datetime1">
              <a:rPr lang="en-IN" smtClean="0"/>
              <a:t>27-03-2021</a:t>
            </a:fld>
            <a:endParaRPr lang="en-IN" dirty="0"/>
          </a:p>
        </p:txBody>
      </p:sp>
      <p:sp>
        <p:nvSpPr>
          <p:cNvPr id="18" name="Slide Number Placeholder 7">
            <a:extLst>
              <a:ext uri="{FF2B5EF4-FFF2-40B4-BE49-F238E27FC236}">
                <a16:creationId xmlns:a16="http://schemas.microsoft.com/office/drawing/2014/main" id="{64FD5022-C834-4670-BF94-5D8ED5DD90FA}"/>
              </a:ext>
            </a:extLst>
          </p:cNvPr>
          <p:cNvSpPr>
            <a:spLocks noGrp="1"/>
          </p:cNvSpPr>
          <p:nvPr>
            <p:ph type="sldNum" sz="quarter" idx="15"/>
          </p:nvPr>
        </p:nvSpPr>
        <p:spPr>
          <a:xfrm>
            <a:off x="6466042" y="4767263"/>
            <a:ext cx="2057400" cy="273844"/>
          </a:xfrm>
        </p:spPr>
        <p:txBody>
          <a:bodyPr/>
          <a:lstStyle/>
          <a:p>
            <a:fld id="{273EEA2F-D825-49D3-9C25-497F06EFD3F7}" type="slidenum">
              <a:rPr lang="en-IN" smtClean="0"/>
              <a:t>‹#›</a:t>
            </a:fld>
            <a:endParaRPr lang="en-IN"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11920" y="303610"/>
            <a:ext cx="909780" cy="242888"/>
          </a:xfrm>
          <a:prstGeom prst="rect">
            <a:avLst/>
          </a:prstGeom>
        </p:spPr>
      </p:pic>
      <p:sp>
        <p:nvSpPr>
          <p:cNvPr id="21" name="Rectangle 20"/>
          <p:cNvSpPr/>
          <p:nvPr userDrawn="1"/>
        </p:nvSpPr>
        <p:spPr>
          <a:xfrm>
            <a:off x="0" y="0"/>
            <a:ext cx="9144000" cy="3031236"/>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3" name="Rectangle 22"/>
          <p:cNvSpPr/>
          <p:nvPr userDrawn="1"/>
        </p:nvSpPr>
        <p:spPr>
          <a:xfrm>
            <a:off x="629841" y="2535239"/>
            <a:ext cx="7939088" cy="848318"/>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grpSp>
        <p:nvGrpSpPr>
          <p:cNvPr id="33" name="Group 32">
            <a:extLst>
              <a:ext uri="{FF2B5EF4-FFF2-40B4-BE49-F238E27FC236}">
                <a16:creationId xmlns:a16="http://schemas.microsoft.com/office/drawing/2014/main" id="{82BB13CD-9991-4DCA-82E0-1747F3F9BC06}"/>
              </a:ext>
            </a:extLst>
          </p:cNvPr>
          <p:cNvGrpSpPr/>
          <p:nvPr userDrawn="1"/>
        </p:nvGrpSpPr>
        <p:grpSpPr>
          <a:xfrm>
            <a:off x="923664" y="3020755"/>
            <a:ext cx="775019" cy="174751"/>
            <a:chOff x="1326382" y="4041646"/>
            <a:chExt cx="2597497" cy="653143"/>
          </a:xfrm>
          <a:solidFill>
            <a:srgbClr val="F5333F"/>
          </a:solidFill>
        </p:grpSpPr>
        <p:sp>
          <p:nvSpPr>
            <p:cNvPr id="34" name="Star: 5 Points 4">
              <a:extLst>
                <a:ext uri="{FF2B5EF4-FFF2-40B4-BE49-F238E27FC236}">
                  <a16:creationId xmlns:a16="http://schemas.microsoft.com/office/drawing/2014/main" id="{EC574380-B5CC-42B5-85BC-EC9DBF89A138}"/>
                </a:ext>
              </a:extLst>
            </p:cNvPr>
            <p:cNvSpPr/>
            <p:nvPr userDrawn="1"/>
          </p:nvSpPr>
          <p:spPr>
            <a:xfrm>
              <a:off x="1326382"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5" name="Star: 5 Points 28">
              <a:extLst>
                <a:ext uri="{FF2B5EF4-FFF2-40B4-BE49-F238E27FC236}">
                  <a16:creationId xmlns:a16="http://schemas.microsoft.com/office/drawing/2014/main" id="{99F9A9C9-93D1-4FA6-9D41-07B027178C6C}"/>
                </a:ext>
              </a:extLst>
            </p:cNvPr>
            <p:cNvSpPr/>
            <p:nvPr userDrawn="1"/>
          </p:nvSpPr>
          <p:spPr>
            <a:xfrm>
              <a:off x="1974500"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6" name="Star: 5 Points 30">
              <a:extLst>
                <a:ext uri="{FF2B5EF4-FFF2-40B4-BE49-F238E27FC236}">
                  <a16:creationId xmlns:a16="http://schemas.microsoft.com/office/drawing/2014/main" id="{33048992-C900-4AEF-9138-0F86855FA5DB}"/>
                </a:ext>
              </a:extLst>
            </p:cNvPr>
            <p:cNvSpPr/>
            <p:nvPr userDrawn="1"/>
          </p:nvSpPr>
          <p:spPr>
            <a:xfrm>
              <a:off x="2622617" y="4041646"/>
              <a:ext cx="653143"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8" name="Star: 5 Points 31">
              <a:extLst>
                <a:ext uri="{FF2B5EF4-FFF2-40B4-BE49-F238E27FC236}">
                  <a16:creationId xmlns:a16="http://schemas.microsoft.com/office/drawing/2014/main" id="{64AA79B2-DB73-404E-8C90-6E74E5C9AA75}"/>
                </a:ext>
              </a:extLst>
            </p:cNvPr>
            <p:cNvSpPr/>
            <p:nvPr userDrawn="1"/>
          </p:nvSpPr>
          <p:spPr>
            <a:xfrm>
              <a:off x="3270737" y="4041646"/>
              <a:ext cx="653142" cy="653143"/>
            </a:xfrm>
            <a:prstGeom prst="star5">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9" name="Freeform: Shape 36">
              <a:extLst>
                <a:ext uri="{FF2B5EF4-FFF2-40B4-BE49-F238E27FC236}">
                  <a16:creationId xmlns:a16="http://schemas.microsoft.com/office/drawing/2014/main" id="{44E94D08-1C31-47C0-974A-8BAE27476E00}"/>
                </a:ext>
              </a:extLst>
            </p:cNvPr>
            <p:cNvSpPr/>
            <p:nvPr userDrawn="1"/>
          </p:nvSpPr>
          <p:spPr>
            <a:xfrm>
              <a:off x="3597306" y="4041650"/>
              <a:ext cx="326569" cy="653139"/>
            </a:xfrm>
            <a:custGeom>
              <a:avLst/>
              <a:gdLst>
                <a:gd name="connsiteX0" fmla="*/ 0 w 326570"/>
                <a:gd name="connsiteY0" fmla="*/ 0 h 653141"/>
                <a:gd name="connsiteX1" fmla="*/ 77091 w 326570"/>
                <a:gd name="connsiteY1" fmla="*/ 249480 h 653141"/>
                <a:gd name="connsiteX2" fmla="*/ 326570 w 326570"/>
                <a:gd name="connsiteY2" fmla="*/ 249478 h 653141"/>
                <a:gd name="connsiteX3" fmla="*/ 124736 w 326570"/>
                <a:gd name="connsiteY3" fmla="*/ 403663 h 653141"/>
                <a:gd name="connsiteX4" fmla="*/ 201831 w 326570"/>
                <a:gd name="connsiteY4" fmla="*/ 653141 h 653141"/>
                <a:gd name="connsiteX5" fmla="*/ 0 w 326570"/>
                <a:gd name="connsiteY5" fmla="*/ 498953 h 653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570" h="653141">
                  <a:moveTo>
                    <a:pt x="0" y="0"/>
                  </a:moveTo>
                  <a:lnTo>
                    <a:pt x="77091" y="249480"/>
                  </a:lnTo>
                  <a:lnTo>
                    <a:pt x="326570" y="249478"/>
                  </a:lnTo>
                  <a:lnTo>
                    <a:pt x="124736" y="403663"/>
                  </a:lnTo>
                  <a:lnTo>
                    <a:pt x="201831" y="653141"/>
                  </a:lnTo>
                  <a:lnTo>
                    <a:pt x="0" y="498953"/>
                  </a:lnTo>
                  <a:close/>
                </a:path>
              </a:pathLst>
            </a:cu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grpSp>
      <p:sp>
        <p:nvSpPr>
          <p:cNvPr id="40" name="Text Placeholder 8">
            <a:extLst>
              <a:ext uri="{FF2B5EF4-FFF2-40B4-BE49-F238E27FC236}">
                <a16:creationId xmlns:a16="http://schemas.microsoft.com/office/drawing/2014/main" id="{EA908F40-8F3C-4F4C-8007-3143C3B7A198}"/>
              </a:ext>
            </a:extLst>
          </p:cNvPr>
          <p:cNvSpPr>
            <a:spLocks noGrp="1"/>
          </p:cNvSpPr>
          <p:nvPr>
            <p:ph type="body" sz="quarter" idx="16" hasCustomPrompt="1"/>
          </p:nvPr>
        </p:nvSpPr>
        <p:spPr>
          <a:xfrm>
            <a:off x="958283" y="2721203"/>
            <a:ext cx="846528" cy="249042"/>
          </a:xfrm>
          <a:prstGeom prst="rect">
            <a:avLst/>
          </a:prstGeom>
        </p:spPr>
        <p:txBody>
          <a:bodyPr/>
          <a:lstStyle>
            <a:lvl1pPr marL="0" indent="0">
              <a:buNone/>
              <a:defRPr sz="1350">
                <a:latin typeface="Proxima Nova Rg" pitchFamily="50" charset="0"/>
              </a:defRPr>
            </a:lvl1pPr>
          </a:lstStyle>
          <a:p>
            <a:pPr lvl="0"/>
            <a:r>
              <a:rPr lang="en-IN" dirty="0"/>
              <a:t>Header</a:t>
            </a:r>
          </a:p>
        </p:txBody>
      </p:sp>
      <p:sp>
        <p:nvSpPr>
          <p:cNvPr id="41" name="Text Placeholder 8">
            <a:extLst>
              <a:ext uri="{FF2B5EF4-FFF2-40B4-BE49-F238E27FC236}">
                <a16:creationId xmlns:a16="http://schemas.microsoft.com/office/drawing/2014/main" id="{C745C1E1-5162-42F6-91B6-6478A6B73745}"/>
              </a:ext>
            </a:extLst>
          </p:cNvPr>
          <p:cNvSpPr>
            <a:spLocks noGrp="1"/>
          </p:cNvSpPr>
          <p:nvPr>
            <p:ph type="body" sz="quarter" idx="17" hasCustomPrompt="1"/>
          </p:nvPr>
        </p:nvSpPr>
        <p:spPr>
          <a:xfrm>
            <a:off x="1850721" y="3016014"/>
            <a:ext cx="946585" cy="184232"/>
          </a:xfrm>
          <a:prstGeom prst="rect">
            <a:avLst/>
          </a:prstGeom>
        </p:spPr>
        <p:txBody>
          <a:bodyPr/>
          <a:lstStyle>
            <a:lvl1pPr marL="0" indent="0" algn="l">
              <a:buNone/>
              <a:defRPr sz="800">
                <a:latin typeface="Proxima Nova Rg" panose="02000506030000020004" pitchFamily="50" charset="0"/>
              </a:defRPr>
            </a:lvl1pPr>
          </a:lstStyle>
          <a:p>
            <a:pPr algn="ctr"/>
            <a:r>
              <a:rPr lang="en-US" sz="800" dirty="0">
                <a:latin typeface="Proxima Nova Rg" panose="02000506030000020004" pitchFamily="50" charset="0"/>
              </a:rPr>
              <a:t>Click to add text</a:t>
            </a:r>
          </a:p>
        </p:txBody>
      </p:sp>
      <p:sp>
        <p:nvSpPr>
          <p:cNvPr id="3" name="Title 2"/>
          <p:cNvSpPr>
            <a:spLocks noGrp="1"/>
          </p:cNvSpPr>
          <p:nvPr>
            <p:ph type="title" hasCustomPrompt="1"/>
          </p:nvPr>
        </p:nvSpPr>
        <p:spPr>
          <a:xfrm>
            <a:off x="630238" y="600075"/>
            <a:ext cx="6246812" cy="443979"/>
          </a:xfrm>
        </p:spPr>
        <p:txBody>
          <a:bodyPr/>
          <a:lstStyle>
            <a:lvl1pPr>
              <a:defRPr baseline="0">
                <a:solidFill>
                  <a:schemeClr val="bg1"/>
                </a:solidFill>
              </a:defRPr>
            </a:lvl1pPr>
          </a:lstStyle>
          <a:p>
            <a:r>
              <a:rPr lang="en-US" dirty="0"/>
              <a:t>Click to add title</a:t>
            </a:r>
            <a:endParaRPr lang="en-IN" dirty="0"/>
          </a:p>
        </p:txBody>
      </p:sp>
      <p:pic>
        <p:nvPicPr>
          <p:cNvPr id="30" name="Picture 29">
            <a:extLst>
              <a:ext uri="{FF2B5EF4-FFF2-40B4-BE49-F238E27FC236}">
                <a16:creationId xmlns:a16="http://schemas.microsoft.com/office/drawing/2014/main" id="{621AE993-B717-0648-B9DF-B7E9EF87B7C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17858433"/>
      </p:ext>
    </p:extLst>
  </p:cSld>
  <p:clrMapOvr>
    <a:masterClrMapping/>
  </p:clrMapOvr>
  <p:extLst>
    <p:ext uri="{DCECCB84-F9BA-43D5-87BE-67443E8EF086}">
      <p15:sldGuideLst xmlns:p15="http://schemas.microsoft.com/office/powerpoint/2012/main">
        <p15:guide id="10" orient="horz" pos="378" userDrawn="1">
          <p15:clr>
            <a:srgbClr val="FBAE40"/>
          </p15:clr>
        </p15:guide>
        <p15:guide id="11" orient="horz" pos="2210" userDrawn="1">
          <p15:clr>
            <a:srgbClr val="FBAE40"/>
          </p15:clr>
        </p15:guide>
        <p15:guide id="12" orient="horz" pos="2130" userDrawn="1">
          <p15:clr>
            <a:srgbClr val="FBAE40"/>
          </p15:clr>
        </p15:guide>
        <p15:guide id="13" orient="horz" pos="1597" userDrawn="1">
          <p15:clr>
            <a:srgbClr val="FBAE40"/>
          </p15:clr>
        </p15:guide>
        <p15:guide id="14" orient="horz" pos="2641" userDrawn="1">
          <p15:clr>
            <a:srgbClr val="FBAE40"/>
          </p15:clr>
        </p15:guide>
        <p15:guide id="15" pos="1134" userDrawn="1">
          <p15:clr>
            <a:srgbClr val="FBAE40"/>
          </p15:clr>
        </p15:guide>
        <p15:guide id="16" pos="43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Imeline Infographic">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C546BFA6-7020-A842-AFE3-43A763B8DE0A}"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pic>
        <p:nvPicPr>
          <p:cNvPr id="53" name="Picture 52">
            <a:extLst>
              <a:ext uri="{FF2B5EF4-FFF2-40B4-BE49-F238E27FC236}">
                <a16:creationId xmlns:a16="http://schemas.microsoft.com/office/drawing/2014/main" id="{55483582-940A-481A-933F-C6D131CC96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V="1">
            <a:off x="632499" y="2973622"/>
            <a:ext cx="7691174" cy="667936"/>
          </a:xfrm>
          <a:prstGeom prst="rect">
            <a:avLst/>
          </a:prstGeom>
        </p:spPr>
      </p:pic>
      <p:sp>
        <p:nvSpPr>
          <p:cNvPr id="69" name="Text Placeholder 8">
            <a:extLst>
              <a:ext uri="{FF2B5EF4-FFF2-40B4-BE49-F238E27FC236}">
                <a16:creationId xmlns:a16="http://schemas.microsoft.com/office/drawing/2014/main" id="{3F742510-D20E-442D-8AC1-0D13D3D1C74D}"/>
              </a:ext>
            </a:extLst>
          </p:cNvPr>
          <p:cNvSpPr>
            <a:spLocks noGrp="1"/>
          </p:cNvSpPr>
          <p:nvPr>
            <p:ph type="body" sz="quarter" idx="13" hasCustomPrompt="1"/>
          </p:nvPr>
        </p:nvSpPr>
        <p:spPr>
          <a:xfrm>
            <a:off x="991750" y="1746401"/>
            <a:ext cx="740399" cy="249042"/>
          </a:xfrm>
          <a:prstGeom prst="rect">
            <a:avLst/>
          </a:prstGeom>
        </p:spPr>
        <p:txBody>
          <a:bodyPr anchor="ctr"/>
          <a:lstStyle>
            <a:lvl1pPr marL="0" indent="0" algn="l">
              <a:buNone/>
              <a:defRPr sz="2000" b="1">
                <a:solidFill>
                  <a:srgbClr val="DDDDDD"/>
                </a:solidFill>
                <a:latin typeface="Proxima Nova Rg" panose="02000506030000020004" pitchFamily="50" charset="0"/>
              </a:defRPr>
            </a:lvl1pPr>
          </a:lstStyle>
          <a:p>
            <a:pPr lvl="0"/>
            <a:r>
              <a:rPr lang="en-IN" dirty="0"/>
              <a:t>01</a:t>
            </a:r>
          </a:p>
        </p:txBody>
      </p:sp>
      <p:sp>
        <p:nvSpPr>
          <p:cNvPr id="70" name="Text Placeholder 8">
            <a:extLst>
              <a:ext uri="{FF2B5EF4-FFF2-40B4-BE49-F238E27FC236}">
                <a16:creationId xmlns:a16="http://schemas.microsoft.com/office/drawing/2014/main" id="{26AD9D85-FB3E-462E-987E-65C48224F301}"/>
              </a:ext>
            </a:extLst>
          </p:cNvPr>
          <p:cNvSpPr>
            <a:spLocks noGrp="1"/>
          </p:cNvSpPr>
          <p:nvPr>
            <p:ph type="body" sz="quarter" idx="14" hasCustomPrompt="1"/>
          </p:nvPr>
        </p:nvSpPr>
        <p:spPr>
          <a:xfrm>
            <a:off x="991750" y="2056441"/>
            <a:ext cx="1324840" cy="165886"/>
          </a:xfrm>
          <a:prstGeom prst="rect">
            <a:avLst/>
          </a:prstGeom>
        </p:spPr>
        <p:txBody>
          <a:bodyPr anchor="ctr"/>
          <a:lstStyle>
            <a:lvl1pPr marL="0" indent="0" algn="l">
              <a:buNone/>
              <a:defRPr sz="1100" b="1">
                <a:solidFill>
                  <a:srgbClr val="DDDDDD"/>
                </a:solidFill>
                <a:latin typeface="Proxima Nova Rg" panose="02000506030000020004" pitchFamily="50" charset="0"/>
              </a:defRPr>
            </a:lvl1pPr>
          </a:lstStyle>
          <a:p>
            <a:pPr lvl="0"/>
            <a:r>
              <a:rPr lang="en-IN" dirty="0"/>
              <a:t>Click to add text</a:t>
            </a:r>
          </a:p>
        </p:txBody>
      </p:sp>
      <p:sp>
        <p:nvSpPr>
          <p:cNvPr id="73" name="Text Placeholder 8">
            <a:extLst>
              <a:ext uri="{FF2B5EF4-FFF2-40B4-BE49-F238E27FC236}">
                <a16:creationId xmlns:a16="http://schemas.microsoft.com/office/drawing/2014/main" id="{1A6511F1-333C-4B23-8BCA-B86B841279C6}"/>
              </a:ext>
            </a:extLst>
          </p:cNvPr>
          <p:cNvSpPr>
            <a:spLocks noGrp="1"/>
          </p:cNvSpPr>
          <p:nvPr>
            <p:ph type="body" sz="quarter" idx="15" hasCustomPrompt="1"/>
          </p:nvPr>
        </p:nvSpPr>
        <p:spPr>
          <a:xfrm>
            <a:off x="991750" y="2281691"/>
            <a:ext cx="1149473" cy="165886"/>
          </a:xfrm>
          <a:prstGeom prst="rect">
            <a:avLst/>
          </a:prstGeom>
        </p:spPr>
        <p:txBody>
          <a:bodyPr anchor="ctr"/>
          <a:lstStyle>
            <a:lvl1pPr marL="0" indent="0" algn="l">
              <a:buNone/>
              <a:defRPr sz="1000" b="0">
                <a:solidFill>
                  <a:schemeClr val="tx1"/>
                </a:solidFill>
                <a:latin typeface="Proxima Nova Rg" panose="02000506030000020004" pitchFamily="50" charset="0"/>
              </a:defRPr>
            </a:lvl1pPr>
          </a:lstStyle>
          <a:p>
            <a:pPr lvl="0"/>
            <a:r>
              <a:rPr lang="en-IN" dirty="0"/>
              <a:t>Click to add text</a:t>
            </a:r>
          </a:p>
        </p:txBody>
      </p:sp>
      <p:sp>
        <p:nvSpPr>
          <p:cNvPr id="82" name="Text Placeholder 8">
            <a:extLst>
              <a:ext uri="{FF2B5EF4-FFF2-40B4-BE49-F238E27FC236}">
                <a16:creationId xmlns:a16="http://schemas.microsoft.com/office/drawing/2014/main" id="{0DDA4ED5-8612-4FA4-99F8-749D0BA7F3A3}"/>
              </a:ext>
            </a:extLst>
          </p:cNvPr>
          <p:cNvSpPr>
            <a:spLocks noGrp="1"/>
          </p:cNvSpPr>
          <p:nvPr>
            <p:ph type="body" sz="quarter" idx="16" hasCustomPrompt="1"/>
          </p:nvPr>
        </p:nvSpPr>
        <p:spPr>
          <a:xfrm>
            <a:off x="2440487" y="1746401"/>
            <a:ext cx="740399" cy="249042"/>
          </a:xfrm>
          <a:prstGeom prst="rect">
            <a:avLst/>
          </a:prstGeom>
        </p:spPr>
        <p:txBody>
          <a:bodyPr anchor="ctr"/>
          <a:lstStyle>
            <a:lvl1pPr marL="0" indent="0" algn="l">
              <a:buNone/>
              <a:defRPr sz="2000" b="1">
                <a:solidFill>
                  <a:srgbClr val="F6303E"/>
                </a:solidFill>
                <a:latin typeface="Proxima Nova Rg" panose="02000506030000020004" pitchFamily="50" charset="0"/>
              </a:defRPr>
            </a:lvl1pPr>
          </a:lstStyle>
          <a:p>
            <a:pPr lvl="0"/>
            <a:r>
              <a:rPr lang="en-IN" dirty="0"/>
              <a:t>02</a:t>
            </a:r>
          </a:p>
        </p:txBody>
      </p:sp>
      <p:sp>
        <p:nvSpPr>
          <p:cNvPr id="83" name="Text Placeholder 8">
            <a:extLst>
              <a:ext uri="{FF2B5EF4-FFF2-40B4-BE49-F238E27FC236}">
                <a16:creationId xmlns:a16="http://schemas.microsoft.com/office/drawing/2014/main" id="{15204162-2F4C-40DD-A64B-0D8DC99736EA}"/>
              </a:ext>
            </a:extLst>
          </p:cNvPr>
          <p:cNvSpPr>
            <a:spLocks noGrp="1"/>
          </p:cNvSpPr>
          <p:nvPr>
            <p:ph type="body" sz="quarter" idx="17" hasCustomPrompt="1"/>
          </p:nvPr>
        </p:nvSpPr>
        <p:spPr>
          <a:xfrm>
            <a:off x="2440487" y="2056441"/>
            <a:ext cx="1324840" cy="165886"/>
          </a:xfrm>
          <a:prstGeom prst="rect">
            <a:avLst/>
          </a:prstGeom>
        </p:spPr>
        <p:txBody>
          <a:bodyPr anchor="ctr"/>
          <a:lstStyle>
            <a:lvl1pPr marL="0" indent="0" algn="l">
              <a:buNone/>
              <a:defRPr sz="1100" b="1">
                <a:solidFill>
                  <a:srgbClr val="F6303E"/>
                </a:solidFill>
                <a:latin typeface="Proxima Nova Rg" panose="02000506030000020004" pitchFamily="50" charset="0"/>
              </a:defRPr>
            </a:lvl1pPr>
          </a:lstStyle>
          <a:p>
            <a:pPr lvl="0"/>
            <a:r>
              <a:rPr lang="en-IN" dirty="0"/>
              <a:t>Click to add text</a:t>
            </a:r>
          </a:p>
        </p:txBody>
      </p:sp>
      <p:sp>
        <p:nvSpPr>
          <p:cNvPr id="87" name="Text Placeholder 8">
            <a:extLst>
              <a:ext uri="{FF2B5EF4-FFF2-40B4-BE49-F238E27FC236}">
                <a16:creationId xmlns:a16="http://schemas.microsoft.com/office/drawing/2014/main" id="{FA1DB162-A60E-4618-8561-C16A1435CA07}"/>
              </a:ext>
            </a:extLst>
          </p:cNvPr>
          <p:cNvSpPr>
            <a:spLocks noGrp="1"/>
          </p:cNvSpPr>
          <p:nvPr>
            <p:ph type="body" sz="quarter" idx="18" hasCustomPrompt="1"/>
          </p:nvPr>
        </p:nvSpPr>
        <p:spPr>
          <a:xfrm>
            <a:off x="2440487" y="2281691"/>
            <a:ext cx="1149473" cy="165886"/>
          </a:xfrm>
          <a:prstGeom prst="rect">
            <a:avLst/>
          </a:prstGeom>
        </p:spPr>
        <p:txBody>
          <a:bodyPr anchor="ctr"/>
          <a:lstStyle>
            <a:lvl1pPr marL="0" indent="0" algn="l">
              <a:buNone/>
              <a:defRPr sz="1000" b="0">
                <a:solidFill>
                  <a:schemeClr val="tx1"/>
                </a:solidFill>
                <a:latin typeface="Proxima Nova Rg" panose="02000506030000020004" pitchFamily="50" charset="0"/>
              </a:defRPr>
            </a:lvl1pPr>
          </a:lstStyle>
          <a:p>
            <a:pPr lvl="0"/>
            <a:r>
              <a:rPr lang="en-IN" dirty="0"/>
              <a:t>Click to add text</a:t>
            </a:r>
          </a:p>
        </p:txBody>
      </p:sp>
      <p:sp>
        <p:nvSpPr>
          <p:cNvPr id="88" name="Text Placeholder 8">
            <a:extLst>
              <a:ext uri="{FF2B5EF4-FFF2-40B4-BE49-F238E27FC236}">
                <a16:creationId xmlns:a16="http://schemas.microsoft.com/office/drawing/2014/main" id="{D40BE60F-F697-4211-B44A-1A967B778A01}"/>
              </a:ext>
            </a:extLst>
          </p:cNvPr>
          <p:cNvSpPr>
            <a:spLocks noGrp="1"/>
          </p:cNvSpPr>
          <p:nvPr>
            <p:ph type="body" sz="quarter" idx="19" hasCustomPrompt="1"/>
          </p:nvPr>
        </p:nvSpPr>
        <p:spPr>
          <a:xfrm>
            <a:off x="3892297" y="1746401"/>
            <a:ext cx="740399" cy="249042"/>
          </a:xfrm>
          <a:prstGeom prst="rect">
            <a:avLst/>
          </a:prstGeom>
        </p:spPr>
        <p:txBody>
          <a:bodyPr anchor="ctr"/>
          <a:lstStyle>
            <a:lvl1pPr marL="0" indent="0" algn="l">
              <a:buNone/>
              <a:defRPr sz="2000" b="1">
                <a:solidFill>
                  <a:schemeClr val="tx1"/>
                </a:solidFill>
                <a:latin typeface="Proxima Nova Rg" panose="02000506030000020004" pitchFamily="50" charset="0"/>
              </a:defRPr>
            </a:lvl1pPr>
          </a:lstStyle>
          <a:p>
            <a:pPr lvl="0"/>
            <a:r>
              <a:rPr lang="en-IN" dirty="0"/>
              <a:t>03</a:t>
            </a:r>
          </a:p>
        </p:txBody>
      </p:sp>
      <p:sp>
        <p:nvSpPr>
          <p:cNvPr id="89" name="Text Placeholder 8">
            <a:extLst>
              <a:ext uri="{FF2B5EF4-FFF2-40B4-BE49-F238E27FC236}">
                <a16:creationId xmlns:a16="http://schemas.microsoft.com/office/drawing/2014/main" id="{F8F51522-F0EB-4350-97F8-9839C634496D}"/>
              </a:ext>
            </a:extLst>
          </p:cNvPr>
          <p:cNvSpPr>
            <a:spLocks noGrp="1"/>
          </p:cNvSpPr>
          <p:nvPr>
            <p:ph type="body" sz="quarter" idx="20" hasCustomPrompt="1"/>
          </p:nvPr>
        </p:nvSpPr>
        <p:spPr>
          <a:xfrm>
            <a:off x="3892297" y="2056441"/>
            <a:ext cx="1324840" cy="165886"/>
          </a:xfrm>
          <a:prstGeom prst="rect">
            <a:avLst/>
          </a:prstGeom>
        </p:spPr>
        <p:txBody>
          <a:bodyPr anchor="ctr"/>
          <a:lstStyle>
            <a:lvl1pPr marL="0" indent="0" algn="l">
              <a:buNone/>
              <a:defRPr sz="1100" b="1">
                <a:solidFill>
                  <a:schemeClr val="tx1"/>
                </a:solidFill>
                <a:latin typeface="Proxima Nova Rg" panose="02000506030000020004" pitchFamily="50" charset="0"/>
              </a:defRPr>
            </a:lvl1pPr>
          </a:lstStyle>
          <a:p>
            <a:pPr lvl="0"/>
            <a:r>
              <a:rPr lang="en-IN" dirty="0"/>
              <a:t>Click to add text</a:t>
            </a:r>
          </a:p>
        </p:txBody>
      </p:sp>
      <p:sp>
        <p:nvSpPr>
          <p:cNvPr id="90" name="Text Placeholder 8">
            <a:extLst>
              <a:ext uri="{FF2B5EF4-FFF2-40B4-BE49-F238E27FC236}">
                <a16:creationId xmlns:a16="http://schemas.microsoft.com/office/drawing/2014/main" id="{72201633-C2F4-4C61-961D-08C5FE50D669}"/>
              </a:ext>
            </a:extLst>
          </p:cNvPr>
          <p:cNvSpPr>
            <a:spLocks noGrp="1"/>
          </p:cNvSpPr>
          <p:nvPr>
            <p:ph type="body" sz="quarter" idx="21" hasCustomPrompt="1"/>
          </p:nvPr>
        </p:nvSpPr>
        <p:spPr>
          <a:xfrm>
            <a:off x="3892297" y="2281691"/>
            <a:ext cx="1149473" cy="165886"/>
          </a:xfrm>
          <a:prstGeom prst="rect">
            <a:avLst/>
          </a:prstGeom>
        </p:spPr>
        <p:txBody>
          <a:bodyPr anchor="ctr"/>
          <a:lstStyle>
            <a:lvl1pPr marL="0" indent="0" algn="l">
              <a:buNone/>
              <a:defRPr sz="1000" b="0">
                <a:solidFill>
                  <a:schemeClr val="tx1"/>
                </a:solidFill>
                <a:latin typeface="Proxima Nova Rg" panose="02000506030000020004" pitchFamily="50" charset="0"/>
              </a:defRPr>
            </a:lvl1pPr>
          </a:lstStyle>
          <a:p>
            <a:pPr lvl="0"/>
            <a:r>
              <a:rPr lang="en-IN" dirty="0"/>
              <a:t>Click to add text</a:t>
            </a:r>
          </a:p>
        </p:txBody>
      </p:sp>
      <p:sp>
        <p:nvSpPr>
          <p:cNvPr id="91" name="Text Placeholder 8">
            <a:extLst>
              <a:ext uri="{FF2B5EF4-FFF2-40B4-BE49-F238E27FC236}">
                <a16:creationId xmlns:a16="http://schemas.microsoft.com/office/drawing/2014/main" id="{A9F5B501-BB61-457C-9B6D-E57B62AECD54}"/>
              </a:ext>
            </a:extLst>
          </p:cNvPr>
          <p:cNvSpPr>
            <a:spLocks noGrp="1"/>
          </p:cNvSpPr>
          <p:nvPr>
            <p:ph type="body" sz="quarter" idx="22" hasCustomPrompt="1"/>
          </p:nvPr>
        </p:nvSpPr>
        <p:spPr>
          <a:xfrm>
            <a:off x="5326899" y="1746401"/>
            <a:ext cx="740399" cy="249042"/>
          </a:xfrm>
          <a:prstGeom prst="rect">
            <a:avLst/>
          </a:prstGeom>
        </p:spPr>
        <p:txBody>
          <a:bodyPr anchor="ctr"/>
          <a:lstStyle>
            <a:lvl1pPr marL="0" indent="0" algn="l">
              <a:buNone/>
              <a:defRPr sz="2000" b="1">
                <a:solidFill>
                  <a:srgbClr val="CCCCCC"/>
                </a:solidFill>
                <a:latin typeface="Proxima Nova Rg" panose="02000506030000020004" pitchFamily="50" charset="0"/>
              </a:defRPr>
            </a:lvl1pPr>
          </a:lstStyle>
          <a:p>
            <a:pPr lvl="0"/>
            <a:r>
              <a:rPr lang="en-IN" dirty="0"/>
              <a:t>04</a:t>
            </a:r>
          </a:p>
        </p:txBody>
      </p:sp>
      <p:sp>
        <p:nvSpPr>
          <p:cNvPr id="92" name="Text Placeholder 8">
            <a:extLst>
              <a:ext uri="{FF2B5EF4-FFF2-40B4-BE49-F238E27FC236}">
                <a16:creationId xmlns:a16="http://schemas.microsoft.com/office/drawing/2014/main" id="{5B29D73F-4CCA-4783-8947-96309D788353}"/>
              </a:ext>
            </a:extLst>
          </p:cNvPr>
          <p:cNvSpPr>
            <a:spLocks noGrp="1"/>
          </p:cNvSpPr>
          <p:nvPr>
            <p:ph type="body" sz="quarter" idx="23" hasCustomPrompt="1"/>
          </p:nvPr>
        </p:nvSpPr>
        <p:spPr>
          <a:xfrm>
            <a:off x="5326899" y="2056441"/>
            <a:ext cx="1324840" cy="165886"/>
          </a:xfrm>
          <a:prstGeom prst="rect">
            <a:avLst/>
          </a:prstGeom>
        </p:spPr>
        <p:txBody>
          <a:bodyPr anchor="ctr"/>
          <a:lstStyle>
            <a:lvl1pPr marL="0" indent="0" algn="l">
              <a:buNone/>
              <a:defRPr sz="1100" b="1">
                <a:solidFill>
                  <a:srgbClr val="CCCCCC"/>
                </a:solidFill>
                <a:latin typeface="Proxima Nova Rg" panose="02000506030000020004" pitchFamily="50" charset="0"/>
              </a:defRPr>
            </a:lvl1pPr>
          </a:lstStyle>
          <a:p>
            <a:pPr lvl="0"/>
            <a:r>
              <a:rPr lang="en-IN" dirty="0"/>
              <a:t>Click to add text</a:t>
            </a:r>
          </a:p>
        </p:txBody>
      </p:sp>
      <p:sp>
        <p:nvSpPr>
          <p:cNvPr id="93" name="Text Placeholder 8">
            <a:extLst>
              <a:ext uri="{FF2B5EF4-FFF2-40B4-BE49-F238E27FC236}">
                <a16:creationId xmlns:a16="http://schemas.microsoft.com/office/drawing/2014/main" id="{19DFB435-36AD-4A25-AA45-C372BF19E392}"/>
              </a:ext>
            </a:extLst>
          </p:cNvPr>
          <p:cNvSpPr>
            <a:spLocks noGrp="1"/>
          </p:cNvSpPr>
          <p:nvPr>
            <p:ph type="body" sz="quarter" idx="24" hasCustomPrompt="1"/>
          </p:nvPr>
        </p:nvSpPr>
        <p:spPr>
          <a:xfrm>
            <a:off x="5326899" y="2281691"/>
            <a:ext cx="1149473" cy="165886"/>
          </a:xfrm>
          <a:prstGeom prst="rect">
            <a:avLst/>
          </a:prstGeom>
        </p:spPr>
        <p:txBody>
          <a:bodyPr anchor="ctr"/>
          <a:lstStyle>
            <a:lvl1pPr marL="0" indent="0" algn="l">
              <a:buNone/>
              <a:defRPr sz="1000" b="0">
                <a:solidFill>
                  <a:schemeClr val="tx1"/>
                </a:solidFill>
                <a:latin typeface="Proxima Nova Rg" panose="02000506030000020004" pitchFamily="50" charset="0"/>
              </a:defRPr>
            </a:lvl1pPr>
          </a:lstStyle>
          <a:p>
            <a:pPr lvl="0"/>
            <a:r>
              <a:rPr lang="en-IN" dirty="0"/>
              <a:t>Click to add text</a:t>
            </a:r>
          </a:p>
        </p:txBody>
      </p:sp>
      <p:sp>
        <p:nvSpPr>
          <p:cNvPr id="94" name="Text Placeholder 8">
            <a:extLst>
              <a:ext uri="{FF2B5EF4-FFF2-40B4-BE49-F238E27FC236}">
                <a16:creationId xmlns:a16="http://schemas.microsoft.com/office/drawing/2014/main" id="{661C36B0-6047-47A0-8876-EF95BD82A5C8}"/>
              </a:ext>
            </a:extLst>
          </p:cNvPr>
          <p:cNvSpPr>
            <a:spLocks noGrp="1"/>
          </p:cNvSpPr>
          <p:nvPr>
            <p:ph type="body" sz="quarter" idx="25" hasCustomPrompt="1"/>
          </p:nvPr>
        </p:nvSpPr>
        <p:spPr>
          <a:xfrm>
            <a:off x="6735161" y="1746401"/>
            <a:ext cx="740399" cy="249042"/>
          </a:xfrm>
          <a:prstGeom prst="rect">
            <a:avLst/>
          </a:prstGeom>
        </p:spPr>
        <p:txBody>
          <a:bodyPr anchor="ctr"/>
          <a:lstStyle>
            <a:lvl1pPr marL="0" indent="0" algn="l">
              <a:buNone/>
              <a:defRPr sz="2000" b="1">
                <a:solidFill>
                  <a:srgbClr val="F6303E"/>
                </a:solidFill>
                <a:latin typeface="Proxima Nova Rg" panose="02000506030000020004" pitchFamily="50" charset="0"/>
              </a:defRPr>
            </a:lvl1pPr>
          </a:lstStyle>
          <a:p>
            <a:pPr lvl="0"/>
            <a:r>
              <a:rPr lang="en-IN" dirty="0"/>
              <a:t>05</a:t>
            </a:r>
          </a:p>
        </p:txBody>
      </p:sp>
      <p:sp>
        <p:nvSpPr>
          <p:cNvPr id="109" name="Text Placeholder 8">
            <a:extLst>
              <a:ext uri="{FF2B5EF4-FFF2-40B4-BE49-F238E27FC236}">
                <a16:creationId xmlns:a16="http://schemas.microsoft.com/office/drawing/2014/main" id="{BAFF9636-D984-4BBC-929B-16568F631880}"/>
              </a:ext>
            </a:extLst>
          </p:cNvPr>
          <p:cNvSpPr>
            <a:spLocks noGrp="1"/>
          </p:cNvSpPr>
          <p:nvPr>
            <p:ph type="body" sz="quarter" idx="26" hasCustomPrompt="1"/>
          </p:nvPr>
        </p:nvSpPr>
        <p:spPr>
          <a:xfrm>
            <a:off x="6735161" y="2056441"/>
            <a:ext cx="1324840" cy="165886"/>
          </a:xfrm>
          <a:prstGeom prst="rect">
            <a:avLst/>
          </a:prstGeom>
        </p:spPr>
        <p:txBody>
          <a:bodyPr anchor="ctr"/>
          <a:lstStyle>
            <a:lvl1pPr marL="0" indent="0" algn="l">
              <a:buNone/>
              <a:defRPr sz="1100" b="1">
                <a:solidFill>
                  <a:srgbClr val="F6303E"/>
                </a:solidFill>
                <a:latin typeface="Proxima Nova Rg" panose="02000506030000020004" pitchFamily="50" charset="0"/>
              </a:defRPr>
            </a:lvl1pPr>
          </a:lstStyle>
          <a:p>
            <a:pPr lvl="0"/>
            <a:r>
              <a:rPr lang="en-IN" dirty="0"/>
              <a:t>Click to add text</a:t>
            </a:r>
          </a:p>
        </p:txBody>
      </p:sp>
      <p:sp>
        <p:nvSpPr>
          <p:cNvPr id="110" name="Text Placeholder 8">
            <a:extLst>
              <a:ext uri="{FF2B5EF4-FFF2-40B4-BE49-F238E27FC236}">
                <a16:creationId xmlns:a16="http://schemas.microsoft.com/office/drawing/2014/main" id="{24C3FEFD-8CEA-49B4-B49A-8D40D3B5FEAF}"/>
              </a:ext>
            </a:extLst>
          </p:cNvPr>
          <p:cNvSpPr>
            <a:spLocks noGrp="1"/>
          </p:cNvSpPr>
          <p:nvPr>
            <p:ph type="body" sz="quarter" idx="27" hasCustomPrompt="1"/>
          </p:nvPr>
        </p:nvSpPr>
        <p:spPr>
          <a:xfrm>
            <a:off x="6735161" y="2281691"/>
            <a:ext cx="1149473" cy="165886"/>
          </a:xfrm>
          <a:prstGeom prst="rect">
            <a:avLst/>
          </a:prstGeom>
        </p:spPr>
        <p:txBody>
          <a:bodyPr anchor="ctr"/>
          <a:lstStyle>
            <a:lvl1pPr marL="0" indent="0" algn="l">
              <a:buNone/>
              <a:defRPr sz="1000" b="0">
                <a:solidFill>
                  <a:schemeClr val="tx1"/>
                </a:solidFill>
                <a:latin typeface="Proxima Nova Rg" panose="02000506030000020004" pitchFamily="50" charset="0"/>
              </a:defRPr>
            </a:lvl1pPr>
          </a:lstStyle>
          <a:p>
            <a:pPr lvl="0"/>
            <a:r>
              <a:rPr lang="en-IN" dirty="0"/>
              <a:t>Click to add text</a:t>
            </a:r>
          </a:p>
        </p:txBody>
      </p:sp>
      <p:sp>
        <p:nvSpPr>
          <p:cNvPr id="111" name="Text Placeholder 8">
            <a:extLst>
              <a:ext uri="{FF2B5EF4-FFF2-40B4-BE49-F238E27FC236}">
                <a16:creationId xmlns:a16="http://schemas.microsoft.com/office/drawing/2014/main" id="{056294BB-42A3-47CE-B08C-3985AFA1252A}"/>
              </a:ext>
            </a:extLst>
          </p:cNvPr>
          <p:cNvSpPr>
            <a:spLocks noGrp="1"/>
          </p:cNvSpPr>
          <p:nvPr>
            <p:ph type="body" sz="quarter" idx="28" hasCustomPrompt="1"/>
          </p:nvPr>
        </p:nvSpPr>
        <p:spPr>
          <a:xfrm>
            <a:off x="904066" y="3531649"/>
            <a:ext cx="1324840" cy="349771"/>
          </a:xfrm>
          <a:prstGeom prst="rect">
            <a:avLst/>
          </a:prstGeom>
        </p:spPr>
        <p:txBody>
          <a:bodyPr anchor="ctr"/>
          <a:lstStyle>
            <a:lvl1pPr marL="0" indent="0" algn="l">
              <a:buNone/>
              <a:defRPr sz="1600" b="1">
                <a:solidFill>
                  <a:srgbClr val="DDDDDD"/>
                </a:solidFill>
                <a:latin typeface="Proxima Nova Rg" panose="02000506030000020004" pitchFamily="50" charset="0"/>
              </a:defRPr>
            </a:lvl1pPr>
          </a:lstStyle>
          <a:p>
            <a:pPr lvl="0"/>
            <a:r>
              <a:rPr lang="en-IN" dirty="0"/>
              <a:t>Category 1</a:t>
            </a:r>
          </a:p>
        </p:txBody>
      </p:sp>
      <p:sp>
        <p:nvSpPr>
          <p:cNvPr id="114" name="Text Placeholder 8">
            <a:extLst>
              <a:ext uri="{FF2B5EF4-FFF2-40B4-BE49-F238E27FC236}">
                <a16:creationId xmlns:a16="http://schemas.microsoft.com/office/drawing/2014/main" id="{4CA25EE7-3AA6-4CF1-9AC9-97DE5CE0BE91}"/>
              </a:ext>
            </a:extLst>
          </p:cNvPr>
          <p:cNvSpPr>
            <a:spLocks noGrp="1"/>
          </p:cNvSpPr>
          <p:nvPr>
            <p:ph type="body" sz="quarter" idx="29" hasCustomPrompt="1"/>
          </p:nvPr>
        </p:nvSpPr>
        <p:spPr>
          <a:xfrm>
            <a:off x="2352802" y="3531649"/>
            <a:ext cx="1352923" cy="349771"/>
          </a:xfrm>
          <a:prstGeom prst="rect">
            <a:avLst/>
          </a:prstGeom>
        </p:spPr>
        <p:txBody>
          <a:bodyPr anchor="ctr"/>
          <a:lstStyle>
            <a:lvl1pPr marL="0" indent="0" algn="l">
              <a:buNone/>
              <a:defRPr sz="1600" b="1">
                <a:solidFill>
                  <a:srgbClr val="F6303E"/>
                </a:solidFill>
                <a:latin typeface="Proxima Nova Rg" panose="02000506030000020004" pitchFamily="50" charset="0"/>
              </a:defRPr>
            </a:lvl1pPr>
          </a:lstStyle>
          <a:p>
            <a:pPr lvl="0"/>
            <a:r>
              <a:rPr lang="en-IN" dirty="0"/>
              <a:t>Category 2</a:t>
            </a:r>
          </a:p>
        </p:txBody>
      </p:sp>
      <p:sp>
        <p:nvSpPr>
          <p:cNvPr id="115" name="Text Placeholder 8">
            <a:extLst>
              <a:ext uri="{FF2B5EF4-FFF2-40B4-BE49-F238E27FC236}">
                <a16:creationId xmlns:a16="http://schemas.microsoft.com/office/drawing/2014/main" id="{9B86D469-ABD0-4367-A92C-FB891117796A}"/>
              </a:ext>
            </a:extLst>
          </p:cNvPr>
          <p:cNvSpPr>
            <a:spLocks noGrp="1"/>
          </p:cNvSpPr>
          <p:nvPr>
            <p:ph type="body" sz="quarter" idx="30" hasCustomPrompt="1"/>
          </p:nvPr>
        </p:nvSpPr>
        <p:spPr>
          <a:xfrm>
            <a:off x="3829621" y="3531648"/>
            <a:ext cx="1352923" cy="349771"/>
          </a:xfrm>
          <a:prstGeom prst="rect">
            <a:avLst/>
          </a:prstGeom>
        </p:spPr>
        <p:txBody>
          <a:bodyPr anchor="ctr"/>
          <a:lstStyle>
            <a:lvl1pPr marL="0" indent="0" algn="l">
              <a:buNone/>
              <a:defRPr sz="1600" b="1">
                <a:solidFill>
                  <a:schemeClr val="tx1"/>
                </a:solidFill>
                <a:latin typeface="Proxima Nova Rg" panose="02000506030000020004" pitchFamily="50" charset="0"/>
              </a:defRPr>
            </a:lvl1pPr>
          </a:lstStyle>
          <a:p>
            <a:pPr lvl="0"/>
            <a:r>
              <a:rPr lang="en-IN" dirty="0"/>
              <a:t>Category 3</a:t>
            </a:r>
          </a:p>
        </p:txBody>
      </p:sp>
      <p:sp>
        <p:nvSpPr>
          <p:cNvPr id="116" name="Text Placeholder 8">
            <a:extLst>
              <a:ext uri="{FF2B5EF4-FFF2-40B4-BE49-F238E27FC236}">
                <a16:creationId xmlns:a16="http://schemas.microsoft.com/office/drawing/2014/main" id="{6C5EB094-EBF1-4B80-AAE7-EDAC4824FE14}"/>
              </a:ext>
            </a:extLst>
          </p:cNvPr>
          <p:cNvSpPr>
            <a:spLocks noGrp="1"/>
          </p:cNvSpPr>
          <p:nvPr>
            <p:ph type="body" sz="quarter" idx="31" hasCustomPrompt="1"/>
          </p:nvPr>
        </p:nvSpPr>
        <p:spPr>
          <a:xfrm>
            <a:off x="5306440" y="3531648"/>
            <a:ext cx="1324840" cy="349771"/>
          </a:xfrm>
          <a:prstGeom prst="rect">
            <a:avLst/>
          </a:prstGeom>
        </p:spPr>
        <p:txBody>
          <a:bodyPr anchor="ctr"/>
          <a:lstStyle>
            <a:lvl1pPr marL="0" indent="0" algn="l">
              <a:buNone/>
              <a:defRPr sz="1600" b="1">
                <a:solidFill>
                  <a:srgbClr val="DDDDDD"/>
                </a:solidFill>
                <a:latin typeface="Proxima Nova Rg" panose="02000506030000020004" pitchFamily="50" charset="0"/>
              </a:defRPr>
            </a:lvl1pPr>
          </a:lstStyle>
          <a:p>
            <a:pPr lvl="0"/>
            <a:r>
              <a:rPr lang="en-IN" dirty="0"/>
              <a:t>Category 4</a:t>
            </a:r>
          </a:p>
        </p:txBody>
      </p:sp>
      <p:sp>
        <p:nvSpPr>
          <p:cNvPr id="118" name="Text Placeholder 8">
            <a:extLst>
              <a:ext uri="{FF2B5EF4-FFF2-40B4-BE49-F238E27FC236}">
                <a16:creationId xmlns:a16="http://schemas.microsoft.com/office/drawing/2014/main" id="{045CF520-5B24-4C21-BD9C-5EFEB7427B69}"/>
              </a:ext>
            </a:extLst>
          </p:cNvPr>
          <p:cNvSpPr>
            <a:spLocks noGrp="1"/>
          </p:cNvSpPr>
          <p:nvPr>
            <p:ph type="body" sz="quarter" idx="32" hasCustomPrompt="1"/>
          </p:nvPr>
        </p:nvSpPr>
        <p:spPr>
          <a:xfrm>
            <a:off x="6755176" y="3531647"/>
            <a:ext cx="1352923" cy="349771"/>
          </a:xfrm>
          <a:prstGeom prst="rect">
            <a:avLst/>
          </a:prstGeom>
        </p:spPr>
        <p:txBody>
          <a:bodyPr anchor="ctr"/>
          <a:lstStyle>
            <a:lvl1pPr marL="0" indent="0" algn="l">
              <a:buNone/>
              <a:defRPr sz="1600" b="1">
                <a:solidFill>
                  <a:srgbClr val="F6303E"/>
                </a:solidFill>
                <a:latin typeface="Proxima Nova Rg" panose="02000506030000020004" pitchFamily="50" charset="0"/>
              </a:defRPr>
            </a:lvl1pPr>
          </a:lstStyle>
          <a:p>
            <a:pPr lvl="0"/>
            <a:r>
              <a:rPr lang="en-IN" dirty="0"/>
              <a:t>Category 5</a:t>
            </a:r>
          </a:p>
        </p:txBody>
      </p:sp>
      <p:pic>
        <p:nvPicPr>
          <p:cNvPr id="28" name="Picture 27">
            <a:extLst>
              <a:ext uri="{FF2B5EF4-FFF2-40B4-BE49-F238E27FC236}">
                <a16:creationId xmlns:a16="http://schemas.microsoft.com/office/drawing/2014/main" id="{55483582-940A-481A-933F-C6D131CC960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V="1">
            <a:off x="632499" y="2973622"/>
            <a:ext cx="7691174" cy="667936"/>
          </a:xfrm>
          <a:prstGeom prst="rect">
            <a:avLst/>
          </a:prstGeom>
        </p:spPr>
      </p:pic>
      <p:sp>
        <p:nvSpPr>
          <p:cNvPr id="33" name="Rectangle 32">
            <a:extLst>
              <a:ext uri="{FF2B5EF4-FFF2-40B4-BE49-F238E27FC236}">
                <a16:creationId xmlns:a16="http://schemas.microsoft.com/office/drawing/2014/main" id="{A8785690-927D-F34A-BDC7-9FECF1717AF2}"/>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5" name="Title 11">
            <a:extLst>
              <a:ext uri="{FF2B5EF4-FFF2-40B4-BE49-F238E27FC236}">
                <a16:creationId xmlns:a16="http://schemas.microsoft.com/office/drawing/2014/main" id="{67D95071-51BE-2A41-BDB5-586B180A9F80}"/>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36" name="Picture 35">
            <a:extLst>
              <a:ext uri="{FF2B5EF4-FFF2-40B4-BE49-F238E27FC236}">
                <a16:creationId xmlns:a16="http://schemas.microsoft.com/office/drawing/2014/main" id="{B047B829-C5EF-1B46-B43C-4658802D36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2020590759"/>
      </p:ext>
    </p:extLst>
  </p:cSld>
  <p:clrMapOvr>
    <a:masterClrMapping/>
  </p:clrMapOvr>
  <p:extLst>
    <p:ext uri="{DCECCB84-F9BA-43D5-87BE-67443E8EF086}">
      <p15:sldGuideLst xmlns:p15="http://schemas.microsoft.com/office/powerpoint/2012/main">
        <p15:guide id="1" orient="horz" pos="39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Doughnut Chart">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sp>
        <p:nvSpPr>
          <p:cNvPr id="5" name="Rectangle 4">
            <a:extLst>
              <a:ext uri="{FF2B5EF4-FFF2-40B4-BE49-F238E27FC236}">
                <a16:creationId xmlns:a16="http://schemas.microsoft.com/office/drawing/2014/main" id="{DB19EC69-1D9D-0B4C-9AE4-2C8D95B645C2}"/>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9" name="Title 11">
            <a:extLst>
              <a:ext uri="{FF2B5EF4-FFF2-40B4-BE49-F238E27FC236}">
                <a16:creationId xmlns:a16="http://schemas.microsoft.com/office/drawing/2014/main" id="{6AC7079D-55CD-5547-A1B7-6E231289DE37}"/>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10" name="Picture 9">
            <a:extLst>
              <a:ext uri="{FF2B5EF4-FFF2-40B4-BE49-F238E27FC236}">
                <a16:creationId xmlns:a16="http://schemas.microsoft.com/office/drawing/2014/main" id="{4D74D05A-508B-324C-B8C7-0C05F391BF4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2793320323"/>
      </p:ext>
    </p:extLst>
  </p:cSld>
  <p:clrMapOvr>
    <a:masterClrMapping/>
  </p:clrMapOvr>
  <p:extLst>
    <p:ext uri="{DCECCB84-F9BA-43D5-87BE-67443E8EF086}">
      <p15:sldGuideLst xmlns:p15="http://schemas.microsoft.com/office/powerpoint/2012/main">
        <p15:guide id="1" orient="horz" pos="39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Line Chart">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2FB0970A-5D49-E646-889A-E8EA6023EA9A}"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sp>
        <p:nvSpPr>
          <p:cNvPr id="15" name="Rectangle 14">
            <a:extLst>
              <a:ext uri="{FF2B5EF4-FFF2-40B4-BE49-F238E27FC236}">
                <a16:creationId xmlns:a16="http://schemas.microsoft.com/office/drawing/2014/main" id="{693C855C-51F1-4950-8B74-92750036E153}"/>
              </a:ext>
            </a:extLst>
          </p:cNvPr>
          <p:cNvSpPr/>
          <p:nvPr/>
        </p:nvSpPr>
        <p:spPr>
          <a:xfrm>
            <a:off x="3170379" y="4105875"/>
            <a:ext cx="1512168" cy="41909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aphicFrame>
        <p:nvGraphicFramePr>
          <p:cNvPr id="44" name="Chart 43">
            <a:extLst>
              <a:ext uri="{FF2B5EF4-FFF2-40B4-BE49-F238E27FC236}">
                <a16:creationId xmlns:a16="http://schemas.microsoft.com/office/drawing/2014/main" id="{FF7848F2-CD09-4AEB-9574-52DC26DB959E}"/>
              </a:ext>
            </a:extLst>
          </p:cNvPr>
          <p:cNvGraphicFramePr/>
          <p:nvPr>
            <p:extLst>
              <p:ext uri="{D42A27DB-BD31-4B8C-83A1-F6EECF244321}">
                <p14:modId xmlns:p14="http://schemas.microsoft.com/office/powerpoint/2010/main" val="3094743474"/>
              </p:ext>
            </p:extLst>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5" name="Chart 44">
            <a:extLst>
              <a:ext uri="{FF2B5EF4-FFF2-40B4-BE49-F238E27FC236}">
                <a16:creationId xmlns:a16="http://schemas.microsoft.com/office/drawing/2014/main" id="{1900AEB5-08DE-4ACC-BEF3-0AF9CF5140F3}"/>
              </a:ext>
            </a:extLst>
          </p:cNvPr>
          <p:cNvGraphicFramePr/>
          <p:nvPr>
            <p:extLst>
              <p:ext uri="{D42A27DB-BD31-4B8C-83A1-F6EECF244321}">
                <p14:modId xmlns:p14="http://schemas.microsoft.com/office/powerpoint/2010/main" val="1969650563"/>
              </p:ext>
            </p:extLst>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 Placeholder 8">
            <a:extLst>
              <a:ext uri="{FF2B5EF4-FFF2-40B4-BE49-F238E27FC236}">
                <a16:creationId xmlns:a16="http://schemas.microsoft.com/office/drawing/2014/main" id="{9696B8C1-96A7-4499-9EA2-0124BE804574}"/>
              </a:ext>
            </a:extLst>
          </p:cNvPr>
          <p:cNvSpPr>
            <a:spLocks noGrp="1"/>
          </p:cNvSpPr>
          <p:nvPr>
            <p:ph type="body" sz="quarter" idx="15" hasCustomPrompt="1"/>
          </p:nvPr>
        </p:nvSpPr>
        <p:spPr>
          <a:xfrm>
            <a:off x="630238" y="1600199"/>
            <a:ext cx="3182128" cy="3006726"/>
          </a:xfrm>
          <a:prstGeom prst="rect">
            <a:avLst/>
          </a:prstGeom>
        </p:spPr>
        <p:txBody>
          <a:bodyPr anchor="t"/>
          <a:lstStyle>
            <a:lvl1pPr marL="0" indent="0" algn="l">
              <a:buNone/>
              <a:defRPr sz="1820" b="0">
                <a:solidFill>
                  <a:schemeClr val="tx1"/>
                </a:solidFill>
                <a:latin typeface="Proxima Nova Rg" panose="02000506030000020004" pitchFamily="50" charset="0"/>
              </a:defRPr>
            </a:lvl1pPr>
          </a:lstStyle>
          <a:p>
            <a:pPr lvl="0"/>
            <a:r>
              <a:rPr lang="en-IN" dirty="0"/>
              <a:t>Click to add text</a:t>
            </a:r>
          </a:p>
        </p:txBody>
      </p:sp>
      <p:sp>
        <p:nvSpPr>
          <p:cNvPr id="24" name="Text Placeholder 8">
            <a:extLst>
              <a:ext uri="{FF2B5EF4-FFF2-40B4-BE49-F238E27FC236}">
                <a16:creationId xmlns:a16="http://schemas.microsoft.com/office/drawing/2014/main" id="{44A204BF-7B3D-4BAD-8452-C75017088761}"/>
              </a:ext>
            </a:extLst>
          </p:cNvPr>
          <p:cNvSpPr>
            <a:spLocks noGrp="1"/>
          </p:cNvSpPr>
          <p:nvPr>
            <p:ph type="body" sz="quarter" idx="16" hasCustomPrompt="1"/>
          </p:nvPr>
        </p:nvSpPr>
        <p:spPr>
          <a:xfrm>
            <a:off x="5306779" y="3059187"/>
            <a:ext cx="671653" cy="350785"/>
          </a:xfrm>
          <a:prstGeom prst="rect">
            <a:avLst/>
          </a:prstGeom>
        </p:spPr>
        <p:txBody>
          <a:bodyPr anchor="t"/>
          <a:lstStyle>
            <a:lvl1pPr marL="0" indent="0" algn="l">
              <a:buNone/>
              <a:defRPr sz="2000" b="1">
                <a:solidFill>
                  <a:srgbClr val="F6303E"/>
                </a:solidFill>
                <a:latin typeface="Proxima Nova Rg" panose="02000506030000020004" pitchFamily="50" charset="0"/>
              </a:defRPr>
            </a:lvl1pPr>
          </a:lstStyle>
          <a:p>
            <a:pPr lvl="0"/>
            <a:r>
              <a:rPr lang="en-IN" dirty="0"/>
              <a:t>text</a:t>
            </a:r>
          </a:p>
        </p:txBody>
      </p:sp>
      <p:sp>
        <p:nvSpPr>
          <p:cNvPr id="25" name="Text Placeholder 8">
            <a:extLst>
              <a:ext uri="{FF2B5EF4-FFF2-40B4-BE49-F238E27FC236}">
                <a16:creationId xmlns:a16="http://schemas.microsoft.com/office/drawing/2014/main" id="{228FD4BC-869C-4228-9650-35487227AA04}"/>
              </a:ext>
            </a:extLst>
          </p:cNvPr>
          <p:cNvSpPr>
            <a:spLocks noGrp="1"/>
          </p:cNvSpPr>
          <p:nvPr>
            <p:ph type="body" sz="quarter" idx="17" hasCustomPrompt="1"/>
          </p:nvPr>
        </p:nvSpPr>
        <p:spPr>
          <a:xfrm>
            <a:off x="6894111" y="3052728"/>
            <a:ext cx="671653" cy="325087"/>
          </a:xfrm>
          <a:prstGeom prst="rect">
            <a:avLst/>
          </a:prstGeom>
        </p:spPr>
        <p:txBody>
          <a:bodyPr anchor="t"/>
          <a:lstStyle>
            <a:lvl1pPr marL="0" indent="0" algn="l">
              <a:buNone/>
              <a:defRPr sz="2000" b="1">
                <a:solidFill>
                  <a:srgbClr val="CCCCCC"/>
                </a:solidFill>
                <a:latin typeface="Proxima Nova Rg" panose="02000506030000020004" pitchFamily="50" charset="0"/>
              </a:defRPr>
            </a:lvl1pPr>
          </a:lstStyle>
          <a:p>
            <a:pPr lvl="0"/>
            <a:r>
              <a:rPr lang="en-IN" dirty="0"/>
              <a:t>text</a:t>
            </a:r>
          </a:p>
        </p:txBody>
      </p:sp>
      <p:sp>
        <p:nvSpPr>
          <p:cNvPr id="27" name="Text Placeholder 8">
            <a:extLst>
              <a:ext uri="{FF2B5EF4-FFF2-40B4-BE49-F238E27FC236}">
                <a16:creationId xmlns:a16="http://schemas.microsoft.com/office/drawing/2014/main" id="{DAD07786-00E2-42E3-B1C2-67206A010E5F}"/>
              </a:ext>
            </a:extLst>
          </p:cNvPr>
          <p:cNvSpPr>
            <a:spLocks noGrp="1"/>
          </p:cNvSpPr>
          <p:nvPr>
            <p:ph type="body" sz="quarter" idx="18" hasCustomPrompt="1"/>
          </p:nvPr>
        </p:nvSpPr>
        <p:spPr>
          <a:xfrm>
            <a:off x="5306778" y="3559464"/>
            <a:ext cx="1077979" cy="212599"/>
          </a:xfrm>
          <a:prstGeom prst="rect">
            <a:avLst/>
          </a:prstGeom>
        </p:spPr>
        <p:txBody>
          <a:bodyPr anchor="t"/>
          <a:lstStyle>
            <a:lvl1pPr marL="0" indent="0" algn="l">
              <a:buNone/>
              <a:defRPr sz="1200" b="1">
                <a:solidFill>
                  <a:srgbClr val="F6303E"/>
                </a:solidFill>
                <a:latin typeface="Proxima Nova Rg" panose="02000506030000020004" pitchFamily="50" charset="0"/>
              </a:defRPr>
            </a:lvl1pPr>
          </a:lstStyle>
          <a:p>
            <a:pPr lvl="0"/>
            <a:r>
              <a:rPr lang="en-IN" dirty="0"/>
              <a:t>text</a:t>
            </a:r>
          </a:p>
        </p:txBody>
      </p:sp>
      <p:sp>
        <p:nvSpPr>
          <p:cNvPr id="29" name="Text Placeholder 8">
            <a:extLst>
              <a:ext uri="{FF2B5EF4-FFF2-40B4-BE49-F238E27FC236}">
                <a16:creationId xmlns:a16="http://schemas.microsoft.com/office/drawing/2014/main" id="{945F5F89-A906-431D-9648-FC1275655092}"/>
              </a:ext>
            </a:extLst>
          </p:cNvPr>
          <p:cNvSpPr>
            <a:spLocks noGrp="1"/>
          </p:cNvSpPr>
          <p:nvPr>
            <p:ph type="body" sz="quarter" idx="19" hasCustomPrompt="1"/>
          </p:nvPr>
        </p:nvSpPr>
        <p:spPr>
          <a:xfrm>
            <a:off x="5299344" y="3813792"/>
            <a:ext cx="1077979" cy="799143"/>
          </a:xfrm>
          <a:prstGeom prst="rect">
            <a:avLst/>
          </a:prstGeom>
        </p:spPr>
        <p:txBody>
          <a:bodyPr anchor="t"/>
          <a:lstStyle>
            <a:lvl1pPr marL="0" indent="0" algn="l">
              <a:buNone/>
              <a:defRPr lang="en-IN" sz="1050" b="0" kern="1200" dirty="0">
                <a:solidFill>
                  <a:schemeClr val="tx1"/>
                </a:solidFill>
                <a:latin typeface="Proxima Nova Rg" panose="02000506030000020004" pitchFamily="50" charset="0"/>
                <a:ea typeface="+mn-ea"/>
                <a:cs typeface="+mn-cs"/>
              </a:defRPr>
            </a:lvl1pPr>
          </a:lstStyle>
          <a:p>
            <a:pPr lvl="0"/>
            <a:r>
              <a:rPr lang="en-IN" dirty="0"/>
              <a:t>text</a:t>
            </a:r>
          </a:p>
        </p:txBody>
      </p:sp>
      <p:sp>
        <p:nvSpPr>
          <p:cNvPr id="30" name="Text Placeholder 8">
            <a:extLst>
              <a:ext uri="{FF2B5EF4-FFF2-40B4-BE49-F238E27FC236}">
                <a16:creationId xmlns:a16="http://schemas.microsoft.com/office/drawing/2014/main" id="{79D2914B-8781-42FD-AA7E-737FB7171171}"/>
              </a:ext>
            </a:extLst>
          </p:cNvPr>
          <p:cNvSpPr>
            <a:spLocks noGrp="1"/>
          </p:cNvSpPr>
          <p:nvPr>
            <p:ph type="body" sz="quarter" idx="20" hasCustomPrompt="1"/>
          </p:nvPr>
        </p:nvSpPr>
        <p:spPr>
          <a:xfrm>
            <a:off x="6890089" y="3559464"/>
            <a:ext cx="1077979" cy="212599"/>
          </a:xfrm>
          <a:prstGeom prst="rect">
            <a:avLst/>
          </a:prstGeom>
        </p:spPr>
        <p:txBody>
          <a:bodyPr anchor="t"/>
          <a:lstStyle>
            <a:lvl1pPr marL="0" indent="0" algn="l">
              <a:buNone/>
              <a:defRPr sz="1200" b="1">
                <a:solidFill>
                  <a:srgbClr val="F6303E"/>
                </a:solidFill>
                <a:latin typeface="Proxima Nova Rg" panose="02000506030000020004" pitchFamily="50" charset="0"/>
              </a:defRPr>
            </a:lvl1pPr>
          </a:lstStyle>
          <a:p>
            <a:pPr lvl="0"/>
            <a:r>
              <a:rPr lang="en-IN" dirty="0"/>
              <a:t>text</a:t>
            </a:r>
          </a:p>
        </p:txBody>
      </p:sp>
      <p:sp>
        <p:nvSpPr>
          <p:cNvPr id="31" name="Text Placeholder 8">
            <a:extLst>
              <a:ext uri="{FF2B5EF4-FFF2-40B4-BE49-F238E27FC236}">
                <a16:creationId xmlns:a16="http://schemas.microsoft.com/office/drawing/2014/main" id="{05F26D4A-BDA5-4C23-811C-C2F526CD3E98}"/>
              </a:ext>
            </a:extLst>
          </p:cNvPr>
          <p:cNvSpPr>
            <a:spLocks noGrp="1"/>
          </p:cNvSpPr>
          <p:nvPr>
            <p:ph type="body" sz="quarter" idx="21" hasCustomPrompt="1"/>
          </p:nvPr>
        </p:nvSpPr>
        <p:spPr>
          <a:xfrm>
            <a:off x="6882655" y="3813792"/>
            <a:ext cx="1077979" cy="799143"/>
          </a:xfrm>
          <a:prstGeom prst="rect">
            <a:avLst/>
          </a:prstGeom>
        </p:spPr>
        <p:txBody>
          <a:bodyPr anchor="t"/>
          <a:lstStyle>
            <a:lvl1pPr marL="0" indent="0" algn="l">
              <a:buNone/>
              <a:defRPr sz="1050" b="0">
                <a:solidFill>
                  <a:schemeClr val="tx1"/>
                </a:solidFill>
                <a:latin typeface="Proxima Nova Rg" panose="02000506030000020004" pitchFamily="50" charset="0"/>
              </a:defRPr>
            </a:lvl1pPr>
          </a:lstStyle>
          <a:p>
            <a:pPr lvl="0"/>
            <a:r>
              <a:rPr lang="en-IN" dirty="0"/>
              <a:t>text</a:t>
            </a:r>
          </a:p>
        </p:txBody>
      </p:sp>
      <p:sp>
        <p:nvSpPr>
          <p:cNvPr id="3" name="Chart Placeholder 2"/>
          <p:cNvSpPr>
            <a:spLocks noGrp="1"/>
          </p:cNvSpPr>
          <p:nvPr>
            <p:ph type="chart" sz="quarter" idx="22" hasCustomPrompt="1"/>
          </p:nvPr>
        </p:nvSpPr>
        <p:spPr>
          <a:xfrm>
            <a:off x="5295900" y="1600200"/>
            <a:ext cx="3225800" cy="1333500"/>
          </a:xfrm>
          <a:prstGeom prst="rect">
            <a:avLst/>
          </a:prstGeom>
        </p:spPr>
        <p:txBody>
          <a:bodyPr/>
          <a:lstStyle>
            <a:lvl1pPr marL="0" indent="0">
              <a:buNone/>
              <a:defRPr sz="900" baseline="0">
                <a:latin typeface="Proxima Nova Rg" pitchFamily="50" charset="0"/>
              </a:defRPr>
            </a:lvl1pPr>
          </a:lstStyle>
          <a:p>
            <a:r>
              <a:rPr lang="en-IN" dirty="0"/>
              <a:t>Click to add chart</a:t>
            </a:r>
          </a:p>
        </p:txBody>
      </p:sp>
      <p:sp>
        <p:nvSpPr>
          <p:cNvPr id="17" name="Rectangle 16">
            <a:extLst>
              <a:ext uri="{FF2B5EF4-FFF2-40B4-BE49-F238E27FC236}">
                <a16:creationId xmlns:a16="http://schemas.microsoft.com/office/drawing/2014/main" id="{693C855C-51F1-4950-8B74-92750036E153}"/>
              </a:ext>
            </a:extLst>
          </p:cNvPr>
          <p:cNvSpPr/>
          <p:nvPr userDrawn="1"/>
        </p:nvSpPr>
        <p:spPr>
          <a:xfrm>
            <a:off x="3170379" y="4105875"/>
            <a:ext cx="1512168" cy="419095"/>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graphicFrame>
        <p:nvGraphicFramePr>
          <p:cNvPr id="18" name="Chart 17">
            <a:extLst>
              <a:ext uri="{FF2B5EF4-FFF2-40B4-BE49-F238E27FC236}">
                <a16:creationId xmlns:a16="http://schemas.microsoft.com/office/drawing/2014/main" id="{FF7848F2-CD09-4AEB-9574-52DC26DB959E}"/>
              </a:ext>
            </a:extLst>
          </p:cNvPr>
          <p:cNvGraphicFramePr/>
          <p:nvPr userDrawn="1">
            <p:extLst>
              <p:ext uri="{D42A27DB-BD31-4B8C-83A1-F6EECF244321}">
                <p14:modId xmlns:p14="http://schemas.microsoft.com/office/powerpoint/2010/main" val="289252790"/>
              </p:ext>
            </p:extLst>
          </p:nvPr>
        </p:nvGraphicFramePr>
        <p:xfrm>
          <a:off x="5176215" y="3284258"/>
          <a:ext cx="1319792" cy="42272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9" name="Chart 18">
            <a:extLst>
              <a:ext uri="{FF2B5EF4-FFF2-40B4-BE49-F238E27FC236}">
                <a16:creationId xmlns:a16="http://schemas.microsoft.com/office/drawing/2014/main" id="{1900AEB5-08DE-4ACC-BEF3-0AF9CF5140F3}"/>
              </a:ext>
            </a:extLst>
          </p:cNvPr>
          <p:cNvGraphicFramePr/>
          <p:nvPr userDrawn="1">
            <p:extLst>
              <p:ext uri="{D42A27DB-BD31-4B8C-83A1-F6EECF244321}">
                <p14:modId xmlns:p14="http://schemas.microsoft.com/office/powerpoint/2010/main" val="816527579"/>
              </p:ext>
            </p:extLst>
          </p:nvPr>
        </p:nvGraphicFramePr>
        <p:xfrm>
          <a:off x="6609469" y="3232411"/>
          <a:ext cx="1333750" cy="431988"/>
        </p:xfrm>
        <a:graphic>
          <a:graphicData uri="http://schemas.openxmlformats.org/drawingml/2006/chart">
            <c:chart xmlns:c="http://schemas.openxmlformats.org/drawingml/2006/chart" xmlns:r="http://schemas.openxmlformats.org/officeDocument/2006/relationships" r:id="rId5"/>
          </a:graphicData>
        </a:graphic>
      </p:graphicFrame>
      <p:sp>
        <p:nvSpPr>
          <p:cNvPr id="20" name="Rectangle 19">
            <a:extLst>
              <a:ext uri="{FF2B5EF4-FFF2-40B4-BE49-F238E27FC236}">
                <a16:creationId xmlns:a16="http://schemas.microsoft.com/office/drawing/2014/main" id="{83685A8D-9C1D-8F4D-B517-50A6ADFE2DCA}"/>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2" name="Title 11">
            <a:extLst>
              <a:ext uri="{FF2B5EF4-FFF2-40B4-BE49-F238E27FC236}">
                <a16:creationId xmlns:a16="http://schemas.microsoft.com/office/drawing/2014/main" id="{6AD9A0F9-9A66-7648-8968-789E2E9F90EB}"/>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26" name="Picture 25">
            <a:extLst>
              <a:ext uri="{FF2B5EF4-FFF2-40B4-BE49-F238E27FC236}">
                <a16:creationId xmlns:a16="http://schemas.microsoft.com/office/drawing/2014/main" id="{AED77A25-4444-4045-8D26-55D705A7641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638233423"/>
      </p:ext>
    </p:extLst>
  </p:cSld>
  <p:clrMapOvr>
    <a:masterClrMapping/>
  </p:clrMapOvr>
  <p:extLst>
    <p:ext uri="{DCECCB84-F9BA-43D5-87BE-67443E8EF086}">
      <p15:sldGuideLst xmlns:p15="http://schemas.microsoft.com/office/powerpoint/2012/main">
        <p15:guide id="5" orient="horz" pos="395" userDrawn="1">
          <p15:clr>
            <a:srgbClr val="FBAE40"/>
          </p15:clr>
        </p15:guide>
        <p15:guide id="6" orient="horz" pos="1008" userDrawn="1">
          <p15:clr>
            <a:srgbClr val="FBAE40"/>
          </p15:clr>
        </p15:guide>
        <p15:guide id="7" orient="horz" pos="2754" userDrawn="1">
          <p15:clr>
            <a:srgbClr val="FBAE40"/>
          </p15:clr>
        </p15:guide>
        <p15:guide id="8" pos="240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Doughnut Chart 2">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60F6970B-5F9F-1C49-823B-784ECC0F8F74}"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graphicFrame>
        <p:nvGraphicFramePr>
          <p:cNvPr id="9" name="Chart 8">
            <a:extLst>
              <a:ext uri="{FF2B5EF4-FFF2-40B4-BE49-F238E27FC236}">
                <a16:creationId xmlns:a16="http://schemas.microsoft.com/office/drawing/2014/main" id="{DD9785AA-43BB-4A88-B6A0-503B710C742A}"/>
              </a:ext>
            </a:extLst>
          </p:cNvPr>
          <p:cNvGraphicFramePr/>
          <p:nvPr>
            <p:extLst>
              <p:ext uri="{D42A27DB-BD31-4B8C-83A1-F6EECF244321}">
                <p14:modId xmlns:p14="http://schemas.microsoft.com/office/powerpoint/2010/main" val="1072772305"/>
              </p:ext>
            </p:extLst>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F71E640A-9A51-4244-ADA6-E0903F44DD4E}"/>
              </a:ext>
            </a:extLst>
          </p:cNvPr>
          <p:cNvGraphicFramePr/>
          <p:nvPr>
            <p:extLst>
              <p:ext uri="{D42A27DB-BD31-4B8C-83A1-F6EECF244321}">
                <p14:modId xmlns:p14="http://schemas.microsoft.com/office/powerpoint/2010/main" val="363773295"/>
              </p:ext>
            </p:extLst>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65083BD8-C120-49E5-81AF-1F59A747EFD1}"/>
              </a:ext>
            </a:extLst>
          </p:cNvPr>
          <p:cNvGraphicFramePr/>
          <p:nvPr>
            <p:extLst>
              <p:ext uri="{D42A27DB-BD31-4B8C-83A1-F6EECF244321}">
                <p14:modId xmlns:p14="http://schemas.microsoft.com/office/powerpoint/2010/main" val="1208722481"/>
              </p:ext>
            </p:extLst>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Placeholder 8">
            <a:extLst>
              <a:ext uri="{FF2B5EF4-FFF2-40B4-BE49-F238E27FC236}">
                <a16:creationId xmlns:a16="http://schemas.microsoft.com/office/drawing/2014/main" id="{DFCEEA61-5F34-4275-BAE7-53833C871BEA}"/>
              </a:ext>
            </a:extLst>
          </p:cNvPr>
          <p:cNvSpPr>
            <a:spLocks noGrp="1"/>
          </p:cNvSpPr>
          <p:nvPr>
            <p:ph type="body" sz="quarter" idx="28" hasCustomPrompt="1"/>
          </p:nvPr>
        </p:nvSpPr>
        <p:spPr>
          <a:xfrm>
            <a:off x="2286696" y="2571750"/>
            <a:ext cx="1324840" cy="298375"/>
          </a:xfrm>
          <a:prstGeom prst="rect">
            <a:avLst/>
          </a:prstGeom>
        </p:spPr>
        <p:txBody>
          <a:bodyPr anchor="ctr"/>
          <a:lstStyle>
            <a:lvl1pPr marL="0" indent="0" algn="ctr">
              <a:buNone/>
              <a:defRPr sz="3200" b="1">
                <a:solidFill>
                  <a:srgbClr val="989898"/>
                </a:solidFill>
                <a:latin typeface="Proxima Nova Rg" panose="02000506030000020004" pitchFamily="50" charset="0"/>
              </a:defRPr>
            </a:lvl1pPr>
          </a:lstStyle>
          <a:p>
            <a:pPr lvl="0"/>
            <a:r>
              <a:rPr lang="en-IN" dirty="0"/>
              <a:t>Text</a:t>
            </a:r>
          </a:p>
        </p:txBody>
      </p:sp>
      <p:sp>
        <p:nvSpPr>
          <p:cNvPr id="20" name="Text Placeholder 8">
            <a:extLst>
              <a:ext uri="{FF2B5EF4-FFF2-40B4-BE49-F238E27FC236}">
                <a16:creationId xmlns:a16="http://schemas.microsoft.com/office/drawing/2014/main" id="{529ABA7F-22CE-439E-837D-6A737783C53A}"/>
              </a:ext>
            </a:extLst>
          </p:cNvPr>
          <p:cNvSpPr>
            <a:spLocks noGrp="1"/>
          </p:cNvSpPr>
          <p:nvPr>
            <p:ph type="body" sz="quarter" idx="29" hasCustomPrompt="1"/>
          </p:nvPr>
        </p:nvSpPr>
        <p:spPr>
          <a:xfrm>
            <a:off x="2286696" y="2939370"/>
            <a:ext cx="1324840" cy="298375"/>
          </a:xfrm>
          <a:prstGeom prst="rect">
            <a:avLst/>
          </a:prstGeom>
        </p:spPr>
        <p:txBody>
          <a:bodyPr anchor="ctr"/>
          <a:lstStyle>
            <a:lvl1pPr marL="0" indent="0" algn="ctr">
              <a:buNone/>
              <a:defRPr sz="1000" b="0">
                <a:solidFill>
                  <a:srgbClr val="989898"/>
                </a:solidFill>
                <a:latin typeface="Proxima Nova Rg" panose="02000506030000020004" pitchFamily="50" charset="0"/>
              </a:defRPr>
            </a:lvl1pPr>
          </a:lstStyle>
          <a:p>
            <a:pPr lvl="0"/>
            <a:r>
              <a:rPr lang="en-IN" dirty="0"/>
              <a:t>Click to add text</a:t>
            </a:r>
          </a:p>
        </p:txBody>
      </p:sp>
      <p:sp>
        <p:nvSpPr>
          <p:cNvPr id="12" name="Text Placeholder 8">
            <a:extLst>
              <a:ext uri="{FF2B5EF4-FFF2-40B4-BE49-F238E27FC236}">
                <a16:creationId xmlns:a16="http://schemas.microsoft.com/office/drawing/2014/main" id="{DFCEEA61-5F34-4275-BAE7-53833C871BEA}"/>
              </a:ext>
            </a:extLst>
          </p:cNvPr>
          <p:cNvSpPr>
            <a:spLocks noGrp="1"/>
          </p:cNvSpPr>
          <p:nvPr>
            <p:ph type="body" sz="quarter" idx="30" hasCustomPrompt="1"/>
          </p:nvPr>
        </p:nvSpPr>
        <p:spPr>
          <a:xfrm>
            <a:off x="4973335" y="2571750"/>
            <a:ext cx="1324840" cy="298375"/>
          </a:xfrm>
          <a:prstGeom prst="rect">
            <a:avLst/>
          </a:prstGeom>
        </p:spPr>
        <p:txBody>
          <a:bodyPr anchor="ctr"/>
          <a:lstStyle>
            <a:lvl1pPr marL="0" indent="0" algn="ctr">
              <a:buNone/>
              <a:defRPr sz="3200" b="1">
                <a:solidFill>
                  <a:srgbClr val="989898"/>
                </a:solidFill>
                <a:latin typeface="Proxima Nova Rg" panose="02000506030000020004" pitchFamily="50" charset="0"/>
              </a:defRPr>
            </a:lvl1pPr>
          </a:lstStyle>
          <a:p>
            <a:pPr lvl="0"/>
            <a:r>
              <a:rPr lang="en-IN" dirty="0"/>
              <a:t>Text</a:t>
            </a:r>
          </a:p>
        </p:txBody>
      </p:sp>
      <p:sp>
        <p:nvSpPr>
          <p:cNvPr id="13" name="Text Placeholder 8">
            <a:extLst>
              <a:ext uri="{FF2B5EF4-FFF2-40B4-BE49-F238E27FC236}">
                <a16:creationId xmlns:a16="http://schemas.microsoft.com/office/drawing/2014/main" id="{529ABA7F-22CE-439E-837D-6A737783C53A}"/>
              </a:ext>
            </a:extLst>
          </p:cNvPr>
          <p:cNvSpPr>
            <a:spLocks noGrp="1"/>
          </p:cNvSpPr>
          <p:nvPr>
            <p:ph type="body" sz="quarter" idx="31" hasCustomPrompt="1"/>
          </p:nvPr>
        </p:nvSpPr>
        <p:spPr>
          <a:xfrm>
            <a:off x="4973335" y="2939370"/>
            <a:ext cx="1324840" cy="298375"/>
          </a:xfrm>
          <a:prstGeom prst="rect">
            <a:avLst/>
          </a:prstGeom>
        </p:spPr>
        <p:txBody>
          <a:bodyPr anchor="ctr"/>
          <a:lstStyle>
            <a:lvl1pPr marL="0" indent="0" algn="ctr">
              <a:buNone/>
              <a:defRPr sz="1000" b="0">
                <a:solidFill>
                  <a:srgbClr val="989898"/>
                </a:solidFill>
                <a:latin typeface="Proxima Nova Rg" panose="02000506030000020004" pitchFamily="50" charset="0"/>
              </a:defRPr>
            </a:lvl1pPr>
          </a:lstStyle>
          <a:p>
            <a:pPr lvl="0"/>
            <a:r>
              <a:rPr lang="en-IN" dirty="0"/>
              <a:t>Click to add text</a:t>
            </a:r>
          </a:p>
        </p:txBody>
      </p:sp>
      <p:graphicFrame>
        <p:nvGraphicFramePr>
          <p:cNvPr id="16" name="Chart 15">
            <a:extLst>
              <a:ext uri="{FF2B5EF4-FFF2-40B4-BE49-F238E27FC236}">
                <a16:creationId xmlns:a16="http://schemas.microsoft.com/office/drawing/2014/main" id="{DD9785AA-43BB-4A88-B6A0-503B710C742A}"/>
              </a:ext>
            </a:extLst>
          </p:cNvPr>
          <p:cNvGraphicFramePr/>
          <p:nvPr userDrawn="1">
            <p:extLst>
              <p:ext uri="{D42A27DB-BD31-4B8C-83A1-F6EECF244321}">
                <p14:modId xmlns:p14="http://schemas.microsoft.com/office/powerpoint/2010/main" val="3949076987"/>
              </p:ext>
            </p:extLst>
          </p:nvPr>
        </p:nvGraphicFramePr>
        <p:xfrm>
          <a:off x="1960619" y="1967641"/>
          <a:ext cx="2754306" cy="140898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a:extLst>
              <a:ext uri="{FF2B5EF4-FFF2-40B4-BE49-F238E27FC236}">
                <a16:creationId xmlns:a16="http://schemas.microsoft.com/office/drawing/2014/main" id="{F71E640A-9A51-4244-ADA6-E0903F44DD4E}"/>
              </a:ext>
            </a:extLst>
          </p:cNvPr>
          <p:cNvGraphicFramePr/>
          <p:nvPr userDrawn="1">
            <p:extLst>
              <p:ext uri="{D42A27DB-BD31-4B8C-83A1-F6EECF244321}">
                <p14:modId xmlns:p14="http://schemas.microsoft.com/office/powerpoint/2010/main" val="668794113"/>
              </p:ext>
            </p:extLst>
          </p:nvPr>
        </p:nvGraphicFramePr>
        <p:xfrm>
          <a:off x="880659" y="1705476"/>
          <a:ext cx="4222864" cy="216024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17">
            <a:extLst>
              <a:ext uri="{FF2B5EF4-FFF2-40B4-BE49-F238E27FC236}">
                <a16:creationId xmlns:a16="http://schemas.microsoft.com/office/drawing/2014/main" id="{65083BD8-C120-49E5-81AF-1F59A747EFD1}"/>
              </a:ext>
            </a:extLst>
          </p:cNvPr>
          <p:cNvGraphicFramePr/>
          <p:nvPr userDrawn="1">
            <p:extLst>
              <p:ext uri="{D42A27DB-BD31-4B8C-83A1-F6EECF244321}">
                <p14:modId xmlns:p14="http://schemas.microsoft.com/office/powerpoint/2010/main" val="2772653777"/>
              </p:ext>
            </p:extLst>
          </p:nvPr>
        </p:nvGraphicFramePr>
        <p:xfrm>
          <a:off x="3542547" y="1697092"/>
          <a:ext cx="4222864" cy="2160240"/>
        </p:xfrm>
        <a:graphic>
          <a:graphicData uri="http://schemas.openxmlformats.org/drawingml/2006/chart">
            <c:chart xmlns:c="http://schemas.openxmlformats.org/drawingml/2006/chart" xmlns:r="http://schemas.openxmlformats.org/officeDocument/2006/relationships" r:id="rId7"/>
          </a:graphicData>
        </a:graphic>
      </p:graphicFrame>
      <p:sp>
        <p:nvSpPr>
          <p:cNvPr id="21" name="Rectangle 20">
            <a:extLst>
              <a:ext uri="{FF2B5EF4-FFF2-40B4-BE49-F238E27FC236}">
                <a16:creationId xmlns:a16="http://schemas.microsoft.com/office/drawing/2014/main" id="{237ACA83-ED07-C54C-8AD7-6880B75591FB}"/>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23" name="Title 11">
            <a:extLst>
              <a:ext uri="{FF2B5EF4-FFF2-40B4-BE49-F238E27FC236}">
                <a16:creationId xmlns:a16="http://schemas.microsoft.com/office/drawing/2014/main" id="{F751A42D-8668-964A-9B5B-1F86921A290A}"/>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24" name="Picture 23">
            <a:extLst>
              <a:ext uri="{FF2B5EF4-FFF2-40B4-BE49-F238E27FC236}">
                <a16:creationId xmlns:a16="http://schemas.microsoft.com/office/drawing/2014/main" id="{BB91CEFC-BBB3-CC4C-8613-E0BCF613C0B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3467335009"/>
      </p:ext>
    </p:extLst>
  </p:cSld>
  <p:clrMapOvr>
    <a:masterClrMapping/>
  </p:clrMapOvr>
  <p:extLst>
    <p:ext uri="{DCECCB84-F9BA-43D5-87BE-67443E8EF086}">
      <p15:sldGuideLst xmlns:p15="http://schemas.microsoft.com/office/powerpoint/2012/main">
        <p15:guide id="1" orient="horz" pos="39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Infograhic">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04CF2939-C6E8-734E-A964-0558AE677560}"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graphicFrame>
        <p:nvGraphicFramePr>
          <p:cNvPr id="29" name="Chart 28">
            <a:extLst>
              <a:ext uri="{FF2B5EF4-FFF2-40B4-BE49-F238E27FC236}">
                <a16:creationId xmlns:a16="http://schemas.microsoft.com/office/drawing/2014/main" id="{151C0A2B-4A57-46A4-8F98-07396B26767E}"/>
              </a:ext>
            </a:extLst>
          </p:cNvPr>
          <p:cNvGraphicFramePr/>
          <p:nvPr>
            <p:extLst>
              <p:ext uri="{D42A27DB-BD31-4B8C-83A1-F6EECF244321}">
                <p14:modId xmlns:p14="http://schemas.microsoft.com/office/powerpoint/2010/main" val="1034665507"/>
              </p:ext>
            </p:extLst>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2"/>
          </a:graphicData>
        </a:graphic>
      </p:graphicFrame>
      <p:pic>
        <p:nvPicPr>
          <p:cNvPr id="22" name="Picture 21">
            <a:extLst>
              <a:ext uri="{FF2B5EF4-FFF2-40B4-BE49-F238E27FC236}">
                <a16:creationId xmlns:a16="http://schemas.microsoft.com/office/drawing/2014/main" id="{ED242560-BD01-4A68-8F4A-1D6199AC02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8760" y="1581506"/>
            <a:ext cx="7431156" cy="2999208"/>
          </a:xfrm>
          <a:prstGeom prst="rect">
            <a:avLst/>
          </a:prstGeom>
        </p:spPr>
      </p:pic>
      <p:sp>
        <p:nvSpPr>
          <p:cNvPr id="23" name="Text Placeholder 14">
            <a:extLst>
              <a:ext uri="{FF2B5EF4-FFF2-40B4-BE49-F238E27FC236}">
                <a16:creationId xmlns:a16="http://schemas.microsoft.com/office/drawing/2014/main" id="{852AD7FB-38A5-4D57-B3B1-E5169CAE3349}"/>
              </a:ext>
            </a:extLst>
          </p:cNvPr>
          <p:cNvSpPr>
            <a:spLocks noGrp="1"/>
          </p:cNvSpPr>
          <p:nvPr>
            <p:ph type="body" sz="quarter" idx="19" hasCustomPrompt="1"/>
          </p:nvPr>
        </p:nvSpPr>
        <p:spPr>
          <a:xfrm>
            <a:off x="1263041" y="2104600"/>
            <a:ext cx="830454" cy="292044"/>
          </a:xfrm>
          <a:prstGeom prst="rect">
            <a:avLst/>
          </a:prstGeom>
        </p:spPr>
        <p:txBody>
          <a:bodyPr>
            <a:noAutofit/>
          </a:bodyPr>
          <a:lstStyle>
            <a:lvl1pPr marL="0" indent="0" algn="ctr">
              <a:buNone/>
              <a:defRPr sz="1800" b="1" baseline="0">
                <a:solidFill>
                  <a:srgbClr val="989898"/>
                </a:solidFill>
                <a:latin typeface="Proxima Nova Rg" pitchFamily="50" charset="0"/>
                <a:ea typeface="Roboto Cn" pitchFamily="2" charset="0"/>
              </a:defRPr>
            </a:lvl1pPr>
          </a:lstStyle>
          <a:p>
            <a:pPr lvl="0"/>
            <a:r>
              <a:rPr lang="en-IN" dirty="0"/>
              <a:t>TEXT</a:t>
            </a:r>
          </a:p>
        </p:txBody>
      </p:sp>
      <p:sp>
        <p:nvSpPr>
          <p:cNvPr id="24" name="Text Placeholder 14">
            <a:extLst>
              <a:ext uri="{FF2B5EF4-FFF2-40B4-BE49-F238E27FC236}">
                <a16:creationId xmlns:a16="http://schemas.microsoft.com/office/drawing/2014/main" id="{348F839D-FB4E-4960-A65B-872999505528}"/>
              </a:ext>
            </a:extLst>
          </p:cNvPr>
          <p:cNvSpPr>
            <a:spLocks noGrp="1"/>
          </p:cNvSpPr>
          <p:nvPr>
            <p:ph type="body" sz="quarter" idx="20" hasCustomPrompt="1"/>
          </p:nvPr>
        </p:nvSpPr>
        <p:spPr>
          <a:xfrm>
            <a:off x="2470356" y="3778988"/>
            <a:ext cx="784195" cy="305954"/>
          </a:xfrm>
          <a:prstGeom prst="rect">
            <a:avLst/>
          </a:prstGeom>
        </p:spPr>
        <p:txBody>
          <a:bodyPr>
            <a:noAutofit/>
          </a:bodyPr>
          <a:lstStyle>
            <a:lvl1pPr marL="0" indent="0" algn="ctr">
              <a:buNone/>
              <a:defRPr sz="1800" b="1" baseline="0">
                <a:solidFill>
                  <a:schemeClr val="tx1"/>
                </a:solidFill>
                <a:latin typeface="Proxima Nova Rg" pitchFamily="50" charset="0"/>
                <a:ea typeface="Roboto Cn" pitchFamily="2" charset="0"/>
              </a:defRPr>
            </a:lvl1pPr>
          </a:lstStyle>
          <a:p>
            <a:pPr lvl="0"/>
            <a:r>
              <a:rPr lang="en-IN" dirty="0"/>
              <a:t>TEXT</a:t>
            </a:r>
          </a:p>
        </p:txBody>
      </p:sp>
      <p:sp>
        <p:nvSpPr>
          <p:cNvPr id="25" name="Text Placeholder 14">
            <a:extLst>
              <a:ext uri="{FF2B5EF4-FFF2-40B4-BE49-F238E27FC236}">
                <a16:creationId xmlns:a16="http://schemas.microsoft.com/office/drawing/2014/main" id="{2DD7B434-5B12-41F0-86AB-4468D0C7F98F}"/>
              </a:ext>
            </a:extLst>
          </p:cNvPr>
          <p:cNvSpPr>
            <a:spLocks noGrp="1"/>
          </p:cNvSpPr>
          <p:nvPr>
            <p:ph type="body" sz="quarter" idx="21" hasCustomPrompt="1"/>
          </p:nvPr>
        </p:nvSpPr>
        <p:spPr>
          <a:xfrm>
            <a:off x="3530790" y="2108961"/>
            <a:ext cx="824532" cy="287683"/>
          </a:xfrm>
          <a:prstGeom prst="rect">
            <a:avLst/>
          </a:prstGeom>
        </p:spPr>
        <p:txBody>
          <a:bodyPr anchor="ctr">
            <a:noAutofit/>
          </a:bodyPr>
          <a:lstStyle>
            <a:lvl1pPr marL="0" indent="0" algn="ctr">
              <a:buNone/>
              <a:defRPr sz="1800" b="1" baseline="0">
                <a:solidFill>
                  <a:srgbClr val="F6323E"/>
                </a:solidFill>
                <a:latin typeface="Proxima Nova Rg" pitchFamily="50" charset="0"/>
                <a:ea typeface="Roboto Cn" pitchFamily="2" charset="0"/>
              </a:defRPr>
            </a:lvl1pPr>
          </a:lstStyle>
          <a:p>
            <a:pPr lvl="0"/>
            <a:r>
              <a:rPr lang="en-IN" dirty="0"/>
              <a:t>TEXT</a:t>
            </a:r>
          </a:p>
        </p:txBody>
      </p:sp>
      <p:sp>
        <p:nvSpPr>
          <p:cNvPr id="26" name="Text Placeholder 14">
            <a:extLst>
              <a:ext uri="{FF2B5EF4-FFF2-40B4-BE49-F238E27FC236}">
                <a16:creationId xmlns:a16="http://schemas.microsoft.com/office/drawing/2014/main" id="{31A22206-E7E5-4EFE-AFBB-0C2EB10899D6}"/>
              </a:ext>
            </a:extLst>
          </p:cNvPr>
          <p:cNvSpPr>
            <a:spLocks noGrp="1"/>
          </p:cNvSpPr>
          <p:nvPr>
            <p:ph type="body" sz="quarter" idx="22" hasCustomPrompt="1"/>
          </p:nvPr>
        </p:nvSpPr>
        <p:spPr>
          <a:xfrm>
            <a:off x="4729642" y="3771033"/>
            <a:ext cx="745627" cy="305954"/>
          </a:xfrm>
          <a:prstGeom prst="rect">
            <a:avLst/>
          </a:prstGeom>
        </p:spPr>
        <p:txBody>
          <a:bodyPr>
            <a:noAutofit/>
          </a:bodyPr>
          <a:lstStyle>
            <a:lvl1pPr marL="0" indent="0" algn="ctr">
              <a:buNone/>
              <a:defRPr sz="1800" b="1" baseline="0">
                <a:solidFill>
                  <a:srgbClr val="F6323E"/>
                </a:solidFill>
                <a:latin typeface="Proxima Nova Rg" pitchFamily="50" charset="0"/>
                <a:ea typeface="Roboto Cn" pitchFamily="2" charset="0"/>
              </a:defRPr>
            </a:lvl1pPr>
          </a:lstStyle>
          <a:p>
            <a:pPr lvl="0"/>
            <a:r>
              <a:rPr lang="en-IN" dirty="0"/>
              <a:t>TEXT</a:t>
            </a:r>
          </a:p>
        </p:txBody>
      </p:sp>
      <p:sp>
        <p:nvSpPr>
          <p:cNvPr id="27" name="Text Placeholder 14">
            <a:extLst>
              <a:ext uri="{FF2B5EF4-FFF2-40B4-BE49-F238E27FC236}">
                <a16:creationId xmlns:a16="http://schemas.microsoft.com/office/drawing/2014/main" id="{77257480-923C-4CD9-BB05-E50A696AE8BF}"/>
              </a:ext>
            </a:extLst>
          </p:cNvPr>
          <p:cNvSpPr>
            <a:spLocks noGrp="1"/>
          </p:cNvSpPr>
          <p:nvPr>
            <p:ph type="body" sz="quarter" idx="23" hasCustomPrompt="1"/>
          </p:nvPr>
        </p:nvSpPr>
        <p:spPr>
          <a:xfrm>
            <a:off x="5904099" y="2107682"/>
            <a:ext cx="758842" cy="292044"/>
          </a:xfrm>
          <a:prstGeom prst="rect">
            <a:avLst/>
          </a:prstGeom>
        </p:spPr>
        <p:txBody>
          <a:bodyPr anchor="ctr">
            <a:noAutofit/>
          </a:bodyPr>
          <a:lstStyle>
            <a:lvl1pPr marL="0" indent="0" algn="ctr">
              <a:buNone/>
              <a:defRPr sz="1800" b="1" baseline="0">
                <a:solidFill>
                  <a:srgbClr val="989898"/>
                </a:solidFill>
                <a:latin typeface="Proxima Nova Rg" pitchFamily="50" charset="0"/>
                <a:ea typeface="Roboto Cn" pitchFamily="2" charset="0"/>
              </a:defRPr>
            </a:lvl1pPr>
          </a:lstStyle>
          <a:p>
            <a:pPr lvl="0"/>
            <a:r>
              <a:rPr lang="en-IN" dirty="0"/>
              <a:t>TEXT</a:t>
            </a:r>
          </a:p>
        </p:txBody>
      </p:sp>
      <p:sp>
        <p:nvSpPr>
          <p:cNvPr id="28" name="Text Placeholder 14">
            <a:extLst>
              <a:ext uri="{FF2B5EF4-FFF2-40B4-BE49-F238E27FC236}">
                <a16:creationId xmlns:a16="http://schemas.microsoft.com/office/drawing/2014/main" id="{CA10BF3A-FFE1-4B1C-9E2F-D8200CD851BD}"/>
              </a:ext>
            </a:extLst>
          </p:cNvPr>
          <p:cNvSpPr>
            <a:spLocks noGrp="1"/>
          </p:cNvSpPr>
          <p:nvPr>
            <p:ph type="body" sz="quarter" idx="24" hasCustomPrompt="1"/>
          </p:nvPr>
        </p:nvSpPr>
        <p:spPr>
          <a:xfrm>
            <a:off x="7023857" y="3762859"/>
            <a:ext cx="784195" cy="305954"/>
          </a:xfrm>
          <a:prstGeom prst="rect">
            <a:avLst/>
          </a:prstGeom>
        </p:spPr>
        <p:txBody>
          <a:bodyPr>
            <a:noAutofit/>
          </a:bodyPr>
          <a:lstStyle>
            <a:lvl1pPr marL="0" indent="0" algn="ctr">
              <a:buNone/>
              <a:defRPr sz="1800" b="1" baseline="0">
                <a:solidFill>
                  <a:srgbClr val="F6323E"/>
                </a:solidFill>
                <a:latin typeface="Proxima Nova Rg" pitchFamily="50" charset="0"/>
                <a:ea typeface="Roboto Cn" pitchFamily="2" charset="0"/>
              </a:defRPr>
            </a:lvl1pPr>
          </a:lstStyle>
          <a:p>
            <a:pPr lvl="0"/>
            <a:r>
              <a:rPr lang="en-IN" dirty="0"/>
              <a:t>TEXT</a:t>
            </a:r>
          </a:p>
        </p:txBody>
      </p:sp>
      <p:sp>
        <p:nvSpPr>
          <p:cNvPr id="36" name="Text Placeholder 14">
            <a:extLst>
              <a:ext uri="{FF2B5EF4-FFF2-40B4-BE49-F238E27FC236}">
                <a16:creationId xmlns:a16="http://schemas.microsoft.com/office/drawing/2014/main" id="{65D04BA5-9D25-4BC9-A14D-CD4D55D18318}"/>
              </a:ext>
            </a:extLst>
          </p:cNvPr>
          <p:cNvSpPr>
            <a:spLocks noGrp="1"/>
          </p:cNvSpPr>
          <p:nvPr>
            <p:ph type="body" sz="quarter" idx="25" hasCustomPrompt="1"/>
          </p:nvPr>
        </p:nvSpPr>
        <p:spPr>
          <a:xfrm>
            <a:off x="2156171" y="1257995"/>
            <a:ext cx="1331623" cy="211628"/>
          </a:xfrm>
          <a:prstGeom prst="rect">
            <a:avLst/>
          </a:prstGeom>
        </p:spPr>
        <p:txBody>
          <a:bodyPr>
            <a:noAutofit/>
          </a:bodyPr>
          <a:lstStyle>
            <a:lvl1pPr marL="0" indent="0" algn="ctr">
              <a:buNone/>
              <a:defRPr sz="1200" b="1" baseline="0">
                <a:solidFill>
                  <a:schemeClr val="tx1"/>
                </a:solidFill>
                <a:latin typeface="Proxima Nova Rg" pitchFamily="50" charset="0"/>
                <a:ea typeface="Roboto Cn" pitchFamily="2" charset="0"/>
              </a:defRPr>
            </a:lvl1pPr>
          </a:lstStyle>
          <a:p>
            <a:pPr lvl="0"/>
            <a:r>
              <a:rPr lang="en-IN" dirty="0"/>
              <a:t>Click to add text</a:t>
            </a:r>
          </a:p>
        </p:txBody>
      </p:sp>
      <p:sp>
        <p:nvSpPr>
          <p:cNvPr id="37" name="Text Placeholder 14">
            <a:extLst>
              <a:ext uri="{FF2B5EF4-FFF2-40B4-BE49-F238E27FC236}">
                <a16:creationId xmlns:a16="http://schemas.microsoft.com/office/drawing/2014/main" id="{30F45AE8-F736-4167-8925-CE6F67654B2C}"/>
              </a:ext>
            </a:extLst>
          </p:cNvPr>
          <p:cNvSpPr>
            <a:spLocks noGrp="1"/>
          </p:cNvSpPr>
          <p:nvPr>
            <p:ph type="body" sz="quarter" idx="26" hasCustomPrompt="1"/>
          </p:nvPr>
        </p:nvSpPr>
        <p:spPr>
          <a:xfrm>
            <a:off x="2156171" y="1523662"/>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38" name="Text Placeholder 14">
            <a:extLst>
              <a:ext uri="{FF2B5EF4-FFF2-40B4-BE49-F238E27FC236}">
                <a16:creationId xmlns:a16="http://schemas.microsoft.com/office/drawing/2014/main" id="{EC27E74D-2BCC-4A9A-A32F-F01EBFE03285}"/>
              </a:ext>
            </a:extLst>
          </p:cNvPr>
          <p:cNvSpPr>
            <a:spLocks noGrp="1"/>
          </p:cNvSpPr>
          <p:nvPr>
            <p:ph type="body" sz="quarter" idx="27" hasCustomPrompt="1"/>
          </p:nvPr>
        </p:nvSpPr>
        <p:spPr>
          <a:xfrm>
            <a:off x="4513908" y="1257995"/>
            <a:ext cx="1331623" cy="211628"/>
          </a:xfrm>
          <a:prstGeom prst="rect">
            <a:avLst/>
          </a:prstGeom>
        </p:spPr>
        <p:txBody>
          <a:bodyPr>
            <a:noAutofit/>
          </a:bodyPr>
          <a:lstStyle>
            <a:lvl1pPr marL="0" indent="0" algn="ctr">
              <a:buNone/>
              <a:defRPr sz="12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39" name="Text Placeholder 14">
            <a:extLst>
              <a:ext uri="{FF2B5EF4-FFF2-40B4-BE49-F238E27FC236}">
                <a16:creationId xmlns:a16="http://schemas.microsoft.com/office/drawing/2014/main" id="{1A4D5531-1318-4AA6-B70D-65F82645BEFD}"/>
              </a:ext>
            </a:extLst>
          </p:cNvPr>
          <p:cNvSpPr>
            <a:spLocks noGrp="1"/>
          </p:cNvSpPr>
          <p:nvPr>
            <p:ph type="body" sz="quarter" idx="28" hasCustomPrompt="1"/>
          </p:nvPr>
        </p:nvSpPr>
        <p:spPr>
          <a:xfrm>
            <a:off x="4513908" y="1523662"/>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40" name="Text Placeholder 14">
            <a:extLst>
              <a:ext uri="{FF2B5EF4-FFF2-40B4-BE49-F238E27FC236}">
                <a16:creationId xmlns:a16="http://schemas.microsoft.com/office/drawing/2014/main" id="{1805FF35-5027-4FDF-AF10-EF6CCF50B439}"/>
              </a:ext>
            </a:extLst>
          </p:cNvPr>
          <p:cNvSpPr>
            <a:spLocks noGrp="1"/>
          </p:cNvSpPr>
          <p:nvPr>
            <p:ph type="body" sz="quarter" idx="29" hasCustomPrompt="1"/>
          </p:nvPr>
        </p:nvSpPr>
        <p:spPr>
          <a:xfrm>
            <a:off x="6720777" y="1257995"/>
            <a:ext cx="1331623" cy="211628"/>
          </a:xfrm>
          <a:prstGeom prst="rect">
            <a:avLst/>
          </a:prstGeom>
        </p:spPr>
        <p:txBody>
          <a:bodyPr>
            <a:noAutofit/>
          </a:bodyPr>
          <a:lstStyle>
            <a:lvl1pPr marL="0" indent="0" algn="ctr">
              <a:buNone/>
              <a:defRPr sz="12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41" name="Text Placeholder 14">
            <a:extLst>
              <a:ext uri="{FF2B5EF4-FFF2-40B4-BE49-F238E27FC236}">
                <a16:creationId xmlns:a16="http://schemas.microsoft.com/office/drawing/2014/main" id="{E910801B-EBF5-4A4F-8BE2-D487AB607B55}"/>
              </a:ext>
            </a:extLst>
          </p:cNvPr>
          <p:cNvSpPr>
            <a:spLocks noGrp="1"/>
          </p:cNvSpPr>
          <p:nvPr>
            <p:ph type="body" sz="quarter" idx="30" hasCustomPrompt="1"/>
          </p:nvPr>
        </p:nvSpPr>
        <p:spPr>
          <a:xfrm>
            <a:off x="6720777" y="1523662"/>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44" name="Text Placeholder 14">
            <a:extLst>
              <a:ext uri="{FF2B5EF4-FFF2-40B4-BE49-F238E27FC236}">
                <a16:creationId xmlns:a16="http://schemas.microsoft.com/office/drawing/2014/main" id="{6D96FACC-DEBD-4C30-9736-960EB66C8355}"/>
              </a:ext>
            </a:extLst>
          </p:cNvPr>
          <p:cNvSpPr>
            <a:spLocks noGrp="1"/>
          </p:cNvSpPr>
          <p:nvPr>
            <p:ph type="body" sz="quarter" idx="31" hasCustomPrompt="1"/>
          </p:nvPr>
        </p:nvSpPr>
        <p:spPr>
          <a:xfrm>
            <a:off x="995265" y="3791876"/>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45" name="Text Placeholder 14">
            <a:extLst>
              <a:ext uri="{FF2B5EF4-FFF2-40B4-BE49-F238E27FC236}">
                <a16:creationId xmlns:a16="http://schemas.microsoft.com/office/drawing/2014/main" id="{6F3ECD85-470B-477C-94B6-B520AC4C6AA3}"/>
              </a:ext>
            </a:extLst>
          </p:cNvPr>
          <p:cNvSpPr>
            <a:spLocks noGrp="1"/>
          </p:cNvSpPr>
          <p:nvPr>
            <p:ph type="body" sz="quarter" idx="32" hasCustomPrompt="1"/>
          </p:nvPr>
        </p:nvSpPr>
        <p:spPr>
          <a:xfrm>
            <a:off x="995265" y="4057543"/>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46" name="Text Placeholder 14">
            <a:extLst>
              <a:ext uri="{FF2B5EF4-FFF2-40B4-BE49-F238E27FC236}">
                <a16:creationId xmlns:a16="http://schemas.microsoft.com/office/drawing/2014/main" id="{64A7419A-F416-412D-AE36-10A69D330D42}"/>
              </a:ext>
            </a:extLst>
          </p:cNvPr>
          <p:cNvSpPr>
            <a:spLocks noGrp="1"/>
          </p:cNvSpPr>
          <p:nvPr>
            <p:ph type="body" sz="quarter" idx="33" hasCustomPrompt="1"/>
          </p:nvPr>
        </p:nvSpPr>
        <p:spPr>
          <a:xfrm>
            <a:off x="3326285" y="3779691"/>
            <a:ext cx="1331623" cy="211628"/>
          </a:xfrm>
          <a:prstGeom prst="rect">
            <a:avLst/>
          </a:prstGeom>
        </p:spPr>
        <p:txBody>
          <a:bodyPr>
            <a:noAutofit/>
          </a:bodyPr>
          <a:lstStyle>
            <a:lvl1pPr marL="0" indent="0" algn="ctr">
              <a:buNone/>
              <a:defRPr sz="12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47" name="Text Placeholder 14">
            <a:extLst>
              <a:ext uri="{FF2B5EF4-FFF2-40B4-BE49-F238E27FC236}">
                <a16:creationId xmlns:a16="http://schemas.microsoft.com/office/drawing/2014/main" id="{33026B9B-27A1-41CB-AF97-53526EA80173}"/>
              </a:ext>
            </a:extLst>
          </p:cNvPr>
          <p:cNvSpPr>
            <a:spLocks noGrp="1"/>
          </p:cNvSpPr>
          <p:nvPr>
            <p:ph type="body" sz="quarter" idx="34" hasCustomPrompt="1"/>
          </p:nvPr>
        </p:nvSpPr>
        <p:spPr>
          <a:xfrm>
            <a:off x="3326285" y="4045358"/>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49" name="Text Placeholder 14">
            <a:extLst>
              <a:ext uri="{FF2B5EF4-FFF2-40B4-BE49-F238E27FC236}">
                <a16:creationId xmlns:a16="http://schemas.microsoft.com/office/drawing/2014/main" id="{80179867-AF61-4DC2-8F65-16B14770AAFF}"/>
              </a:ext>
            </a:extLst>
          </p:cNvPr>
          <p:cNvSpPr>
            <a:spLocks noGrp="1"/>
          </p:cNvSpPr>
          <p:nvPr>
            <p:ph type="body" sz="quarter" idx="35" hasCustomPrompt="1"/>
          </p:nvPr>
        </p:nvSpPr>
        <p:spPr>
          <a:xfrm>
            <a:off x="5599996" y="3758972"/>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50" name="Text Placeholder 14">
            <a:extLst>
              <a:ext uri="{FF2B5EF4-FFF2-40B4-BE49-F238E27FC236}">
                <a16:creationId xmlns:a16="http://schemas.microsoft.com/office/drawing/2014/main" id="{FA3CC884-D7D8-4D5F-B644-ACED67C17550}"/>
              </a:ext>
            </a:extLst>
          </p:cNvPr>
          <p:cNvSpPr>
            <a:spLocks noGrp="1"/>
          </p:cNvSpPr>
          <p:nvPr>
            <p:ph type="body" sz="quarter" idx="36" hasCustomPrompt="1"/>
          </p:nvPr>
        </p:nvSpPr>
        <p:spPr>
          <a:xfrm>
            <a:off x="5599996" y="4024639"/>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graphicFrame>
        <p:nvGraphicFramePr>
          <p:cNvPr id="30" name="Chart 29">
            <a:extLst>
              <a:ext uri="{FF2B5EF4-FFF2-40B4-BE49-F238E27FC236}">
                <a16:creationId xmlns:a16="http://schemas.microsoft.com/office/drawing/2014/main" id="{151C0A2B-4A57-46A4-8F98-07396B26767E}"/>
              </a:ext>
            </a:extLst>
          </p:cNvPr>
          <p:cNvGraphicFramePr/>
          <p:nvPr userDrawn="1">
            <p:extLst>
              <p:ext uri="{D42A27DB-BD31-4B8C-83A1-F6EECF244321}">
                <p14:modId xmlns:p14="http://schemas.microsoft.com/office/powerpoint/2010/main" val="3970304331"/>
              </p:ext>
            </p:extLst>
          </p:nvPr>
        </p:nvGraphicFramePr>
        <p:xfrm>
          <a:off x="914602" y="2566307"/>
          <a:ext cx="2538282" cy="1298479"/>
        </p:xfrm>
        <a:graphic>
          <a:graphicData uri="http://schemas.openxmlformats.org/drawingml/2006/chart">
            <c:chart xmlns:c="http://schemas.openxmlformats.org/drawingml/2006/chart" xmlns:r="http://schemas.openxmlformats.org/officeDocument/2006/relationships" r:id="rId4"/>
          </a:graphicData>
        </a:graphic>
      </p:graphicFrame>
      <p:pic>
        <p:nvPicPr>
          <p:cNvPr id="31" name="Picture 30">
            <a:extLst>
              <a:ext uri="{FF2B5EF4-FFF2-40B4-BE49-F238E27FC236}">
                <a16:creationId xmlns:a16="http://schemas.microsoft.com/office/drawing/2014/main" id="{ED242560-BD01-4A68-8F4A-1D6199AC02B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8760" y="1581506"/>
            <a:ext cx="7431156" cy="2999208"/>
          </a:xfrm>
          <a:prstGeom prst="rect">
            <a:avLst/>
          </a:prstGeom>
        </p:spPr>
      </p:pic>
      <p:sp>
        <p:nvSpPr>
          <p:cNvPr id="32" name="Rectangle 31">
            <a:extLst>
              <a:ext uri="{FF2B5EF4-FFF2-40B4-BE49-F238E27FC236}">
                <a16:creationId xmlns:a16="http://schemas.microsoft.com/office/drawing/2014/main" id="{4C72F021-DF5D-4842-A4F5-F4FCCC9ECC0A}"/>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34" name="Title 11">
            <a:extLst>
              <a:ext uri="{FF2B5EF4-FFF2-40B4-BE49-F238E27FC236}">
                <a16:creationId xmlns:a16="http://schemas.microsoft.com/office/drawing/2014/main" id="{A6B6CAC2-7FD8-F443-AD79-FBF432563D3D}"/>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35" name="Picture 34">
            <a:extLst>
              <a:ext uri="{FF2B5EF4-FFF2-40B4-BE49-F238E27FC236}">
                <a16:creationId xmlns:a16="http://schemas.microsoft.com/office/drawing/2014/main" id="{619772B6-6B92-264B-9636-FFC4E620141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1244352547"/>
      </p:ext>
    </p:extLst>
  </p:cSld>
  <p:clrMapOvr>
    <a:masterClrMapping/>
  </p:clrMapOvr>
  <p:extLst>
    <p:ext uri="{DCECCB84-F9BA-43D5-87BE-67443E8EF086}">
      <p15:sldGuideLst xmlns:p15="http://schemas.microsoft.com/office/powerpoint/2012/main">
        <p15:guide id="1" orient="horz" pos="39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Infographic 2">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55E1E18D-3351-C242-BAA6-DD72A5C1D791}"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pic>
        <p:nvPicPr>
          <p:cNvPr id="22" name="Picture 2" descr="C:\Users\diyajoseph\Desktop\New folder (3)\Infographics-01-01.png">
            <a:extLst>
              <a:ext uri="{FF2B5EF4-FFF2-40B4-BE49-F238E27FC236}">
                <a16:creationId xmlns:a16="http://schemas.microsoft.com/office/drawing/2014/main" id="{FA03FD7A-A58C-479F-A538-2007908C3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9184" y="1331625"/>
            <a:ext cx="3644856" cy="3644859"/>
          </a:xfrm>
          <a:prstGeom prst="rect">
            <a:avLst/>
          </a:prstGeom>
          <a:noFill/>
          <a:extLst>
            <a:ext uri="{909E8E84-426E-40dd-AFC4-6F175D3DCCD1}">
              <a14:hiddenFill xmlns="" xmlns:a14="http://schemas.microsoft.com/office/drawing/2010/main">
                <a:solidFill>
                  <a:srgbClr val="FFFFFF"/>
                </a:solidFill>
              </a14:hiddenFill>
            </a:ext>
          </a:extLst>
        </p:spPr>
      </p:pic>
      <p:sp>
        <p:nvSpPr>
          <p:cNvPr id="15" name="Text Placeholder 8">
            <a:extLst>
              <a:ext uri="{FF2B5EF4-FFF2-40B4-BE49-F238E27FC236}">
                <a16:creationId xmlns:a16="http://schemas.microsoft.com/office/drawing/2014/main" id="{08B6DFED-00C2-46D9-990A-B8235EC07F48}"/>
              </a:ext>
            </a:extLst>
          </p:cNvPr>
          <p:cNvSpPr>
            <a:spLocks noGrp="1"/>
          </p:cNvSpPr>
          <p:nvPr>
            <p:ph type="body" sz="quarter" idx="15" hasCustomPrompt="1"/>
          </p:nvPr>
        </p:nvSpPr>
        <p:spPr>
          <a:xfrm>
            <a:off x="630238" y="1347788"/>
            <a:ext cx="3182128" cy="2771775"/>
          </a:xfrm>
          <a:prstGeom prst="rect">
            <a:avLst/>
          </a:prstGeom>
        </p:spPr>
        <p:txBody>
          <a:bodyPr anchor="t"/>
          <a:lstStyle>
            <a:lvl1pPr marL="0" indent="0" algn="l">
              <a:buNone/>
              <a:defRPr sz="1820" b="0">
                <a:solidFill>
                  <a:schemeClr val="tx1"/>
                </a:solidFill>
                <a:latin typeface="Proxima Nova Rg" panose="02000506030000020004" pitchFamily="50" charset="0"/>
              </a:defRPr>
            </a:lvl1pPr>
          </a:lstStyle>
          <a:p>
            <a:pPr lvl="0"/>
            <a:r>
              <a:rPr lang="en-IN" dirty="0"/>
              <a:t>Click to add text</a:t>
            </a:r>
          </a:p>
        </p:txBody>
      </p:sp>
      <p:sp>
        <p:nvSpPr>
          <p:cNvPr id="18" name="Text Placeholder 14">
            <a:extLst>
              <a:ext uri="{FF2B5EF4-FFF2-40B4-BE49-F238E27FC236}">
                <a16:creationId xmlns:a16="http://schemas.microsoft.com/office/drawing/2014/main" id="{419E86FD-334C-44F1-A086-354C94496C86}"/>
              </a:ext>
            </a:extLst>
          </p:cNvPr>
          <p:cNvSpPr>
            <a:spLocks noGrp="1"/>
          </p:cNvSpPr>
          <p:nvPr>
            <p:ph type="body" sz="quarter" idx="31" hasCustomPrompt="1"/>
          </p:nvPr>
        </p:nvSpPr>
        <p:spPr>
          <a:xfrm>
            <a:off x="6433953" y="1722104"/>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19" name="Text Placeholder 14">
            <a:extLst>
              <a:ext uri="{FF2B5EF4-FFF2-40B4-BE49-F238E27FC236}">
                <a16:creationId xmlns:a16="http://schemas.microsoft.com/office/drawing/2014/main" id="{B5960F0A-5695-442A-967D-0EE6BEE92833}"/>
              </a:ext>
            </a:extLst>
          </p:cNvPr>
          <p:cNvSpPr>
            <a:spLocks noGrp="1"/>
          </p:cNvSpPr>
          <p:nvPr>
            <p:ph type="body" sz="quarter" idx="32" hasCustomPrompt="1"/>
          </p:nvPr>
        </p:nvSpPr>
        <p:spPr>
          <a:xfrm>
            <a:off x="6433953" y="1987771"/>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21" name="Text Placeholder 14">
            <a:extLst>
              <a:ext uri="{FF2B5EF4-FFF2-40B4-BE49-F238E27FC236}">
                <a16:creationId xmlns:a16="http://schemas.microsoft.com/office/drawing/2014/main" id="{53825CE6-84FB-489D-A633-C98AF34A7D2E}"/>
              </a:ext>
            </a:extLst>
          </p:cNvPr>
          <p:cNvSpPr>
            <a:spLocks noGrp="1"/>
          </p:cNvSpPr>
          <p:nvPr>
            <p:ph type="body" sz="quarter" idx="33" hasCustomPrompt="1"/>
          </p:nvPr>
        </p:nvSpPr>
        <p:spPr>
          <a:xfrm>
            <a:off x="4628562" y="3026158"/>
            <a:ext cx="1182772" cy="386646"/>
          </a:xfrm>
          <a:prstGeom prst="rect">
            <a:avLst/>
          </a:prstGeom>
        </p:spPr>
        <p:txBody>
          <a:bodyPr>
            <a:noAutofit/>
          </a:bodyPr>
          <a:lstStyle>
            <a:lvl1pPr marL="0" indent="0" algn="ctr">
              <a:buNone/>
              <a:defRPr sz="1100" b="1" baseline="0">
                <a:solidFill>
                  <a:srgbClr val="989898"/>
                </a:solidFill>
                <a:latin typeface="Proxima Nova Rg" pitchFamily="50" charset="0"/>
                <a:ea typeface="Roboto Cn" pitchFamily="2" charset="0"/>
              </a:defRPr>
            </a:lvl1pPr>
          </a:lstStyle>
          <a:p>
            <a:pPr lvl="0"/>
            <a:r>
              <a:rPr lang="en-IN" dirty="0"/>
              <a:t>INFOGRAPHIC </a:t>
            </a:r>
            <a:br>
              <a:rPr lang="en-IN" dirty="0"/>
            </a:br>
            <a:r>
              <a:rPr lang="en-IN" dirty="0"/>
              <a:t>TEMPLATE</a:t>
            </a:r>
          </a:p>
        </p:txBody>
      </p:sp>
      <p:sp>
        <p:nvSpPr>
          <p:cNvPr id="28" name="Text Placeholder 14">
            <a:extLst>
              <a:ext uri="{FF2B5EF4-FFF2-40B4-BE49-F238E27FC236}">
                <a16:creationId xmlns:a16="http://schemas.microsoft.com/office/drawing/2014/main" id="{7FD9F0DE-E645-4CBE-A792-3CAF569EA7E5}"/>
              </a:ext>
            </a:extLst>
          </p:cNvPr>
          <p:cNvSpPr>
            <a:spLocks noGrp="1"/>
          </p:cNvSpPr>
          <p:nvPr>
            <p:ph type="body" sz="quarter" idx="34" hasCustomPrompt="1"/>
          </p:nvPr>
        </p:nvSpPr>
        <p:spPr>
          <a:xfrm>
            <a:off x="7003447" y="2783735"/>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30" name="Text Placeholder 14">
            <a:extLst>
              <a:ext uri="{FF2B5EF4-FFF2-40B4-BE49-F238E27FC236}">
                <a16:creationId xmlns:a16="http://schemas.microsoft.com/office/drawing/2014/main" id="{D3DAC3A5-6DED-4E2A-87C5-70094F7872F1}"/>
              </a:ext>
            </a:extLst>
          </p:cNvPr>
          <p:cNvSpPr>
            <a:spLocks noGrp="1"/>
          </p:cNvSpPr>
          <p:nvPr>
            <p:ph type="body" sz="quarter" idx="35" hasCustomPrompt="1"/>
          </p:nvPr>
        </p:nvSpPr>
        <p:spPr>
          <a:xfrm>
            <a:off x="7009593" y="3303767"/>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31" name="Text Placeholder 14">
            <a:extLst>
              <a:ext uri="{FF2B5EF4-FFF2-40B4-BE49-F238E27FC236}">
                <a16:creationId xmlns:a16="http://schemas.microsoft.com/office/drawing/2014/main" id="{7594BC44-752A-468E-89CF-9CF1C82663DD}"/>
              </a:ext>
            </a:extLst>
          </p:cNvPr>
          <p:cNvSpPr>
            <a:spLocks noGrp="1"/>
          </p:cNvSpPr>
          <p:nvPr>
            <p:ph type="body" sz="quarter" idx="36" hasCustomPrompt="1"/>
          </p:nvPr>
        </p:nvSpPr>
        <p:spPr>
          <a:xfrm>
            <a:off x="7009593" y="3569434"/>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32" name="Text Placeholder 14">
            <a:extLst>
              <a:ext uri="{FF2B5EF4-FFF2-40B4-BE49-F238E27FC236}">
                <a16:creationId xmlns:a16="http://schemas.microsoft.com/office/drawing/2014/main" id="{1C822DB8-48FD-4635-8D36-EAFE87AA2CB1}"/>
              </a:ext>
            </a:extLst>
          </p:cNvPr>
          <p:cNvSpPr>
            <a:spLocks noGrp="1"/>
          </p:cNvSpPr>
          <p:nvPr>
            <p:ph type="body" sz="quarter" idx="37" hasCustomPrompt="1"/>
          </p:nvPr>
        </p:nvSpPr>
        <p:spPr>
          <a:xfrm>
            <a:off x="6433953" y="4034311"/>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33" name="Text Placeholder 14">
            <a:extLst>
              <a:ext uri="{FF2B5EF4-FFF2-40B4-BE49-F238E27FC236}">
                <a16:creationId xmlns:a16="http://schemas.microsoft.com/office/drawing/2014/main" id="{B7AE3639-7778-4784-9158-E0E759C55E81}"/>
              </a:ext>
            </a:extLst>
          </p:cNvPr>
          <p:cNvSpPr>
            <a:spLocks noGrp="1"/>
          </p:cNvSpPr>
          <p:nvPr>
            <p:ph type="body" sz="quarter" idx="38" hasCustomPrompt="1"/>
          </p:nvPr>
        </p:nvSpPr>
        <p:spPr>
          <a:xfrm>
            <a:off x="6433953" y="4299978"/>
            <a:ext cx="1331623" cy="211628"/>
          </a:xfrm>
          <a:prstGeom prst="rect">
            <a:avLst/>
          </a:prstGeom>
        </p:spPr>
        <p:txBody>
          <a:bodyPr>
            <a:noAutofit/>
          </a:bodyPr>
          <a:lstStyle>
            <a:lvl1pPr marL="0" indent="0" algn="ctr">
              <a:buNone/>
              <a:defRPr sz="1000" b="0" baseline="0">
                <a:solidFill>
                  <a:schemeClr val="tx1"/>
                </a:solidFill>
                <a:latin typeface="Proxima Nova Rg" pitchFamily="50" charset="0"/>
                <a:ea typeface="Roboto Cn" pitchFamily="2" charset="0"/>
              </a:defRPr>
            </a:lvl1pPr>
          </a:lstStyle>
          <a:p>
            <a:pPr lvl="0"/>
            <a:r>
              <a:rPr lang="en-IN" dirty="0"/>
              <a:t>Click to add text</a:t>
            </a:r>
          </a:p>
        </p:txBody>
      </p:sp>
      <p:sp>
        <p:nvSpPr>
          <p:cNvPr id="16" name="Text Placeholder 14">
            <a:extLst>
              <a:ext uri="{FF2B5EF4-FFF2-40B4-BE49-F238E27FC236}">
                <a16:creationId xmlns:a16="http://schemas.microsoft.com/office/drawing/2014/main" id="{419E86FD-334C-44F1-A086-354C94496C86}"/>
              </a:ext>
            </a:extLst>
          </p:cNvPr>
          <p:cNvSpPr>
            <a:spLocks noGrp="1"/>
          </p:cNvSpPr>
          <p:nvPr>
            <p:ph type="body" sz="quarter" idx="39" hasCustomPrompt="1"/>
          </p:nvPr>
        </p:nvSpPr>
        <p:spPr>
          <a:xfrm>
            <a:off x="7001132" y="2524953"/>
            <a:ext cx="1331623" cy="211628"/>
          </a:xfrm>
          <a:prstGeom prst="rect">
            <a:avLst/>
          </a:prstGeom>
        </p:spPr>
        <p:txBody>
          <a:bodyPr>
            <a:noAutofit/>
          </a:bodyPr>
          <a:lstStyle>
            <a:lvl1pPr marL="0" indent="0" algn="ctr">
              <a:buNone/>
              <a:defRPr sz="12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20" name="Rectangle 19">
            <a:extLst>
              <a:ext uri="{FF2B5EF4-FFF2-40B4-BE49-F238E27FC236}">
                <a16:creationId xmlns:a16="http://schemas.microsoft.com/office/drawing/2014/main" id="{DD8BA2B7-46B3-2F46-9772-0ECF22B2F2F6}"/>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pic>
        <p:nvPicPr>
          <p:cNvPr id="25" name="Picture 24">
            <a:extLst>
              <a:ext uri="{FF2B5EF4-FFF2-40B4-BE49-F238E27FC236}">
                <a16:creationId xmlns:a16="http://schemas.microsoft.com/office/drawing/2014/main" id="{AE39B130-38D3-A742-A8F5-73D2F2F46D8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1403865682"/>
      </p:ext>
    </p:extLst>
  </p:cSld>
  <p:clrMapOvr>
    <a:masterClrMapping/>
  </p:clrMapOvr>
  <p:extLst>
    <p:ext uri="{DCECCB84-F9BA-43D5-87BE-67443E8EF086}">
      <p15:sldGuideLst xmlns:p15="http://schemas.microsoft.com/office/powerpoint/2012/main">
        <p15:guide id="5" orient="horz" pos="395" userDrawn="1">
          <p15:clr>
            <a:srgbClr val="FBAE40"/>
          </p15:clr>
        </p15:guide>
        <p15:guide id="6" orient="horz" pos="849" userDrawn="1">
          <p15:clr>
            <a:srgbClr val="FBAE40"/>
          </p15:clr>
        </p15:guide>
        <p15:guide id="7" orient="horz" pos="2663" userDrawn="1">
          <p15:clr>
            <a:srgbClr val="FBAE40"/>
          </p15:clr>
        </p15:guide>
        <p15:guide id="8" pos="25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Infographic 3">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6F3FE410-33A2-CB47-8127-299FF22D1A22}"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sp>
        <p:nvSpPr>
          <p:cNvPr id="47" name="Text Placeholder 14">
            <a:extLst>
              <a:ext uri="{FF2B5EF4-FFF2-40B4-BE49-F238E27FC236}">
                <a16:creationId xmlns:a16="http://schemas.microsoft.com/office/drawing/2014/main" id="{DC8C25AD-7C19-4C18-A993-06FFDA46ADB5}"/>
              </a:ext>
            </a:extLst>
          </p:cNvPr>
          <p:cNvSpPr>
            <a:spLocks noGrp="1"/>
          </p:cNvSpPr>
          <p:nvPr>
            <p:ph type="body" sz="quarter" idx="31" hasCustomPrompt="1"/>
          </p:nvPr>
        </p:nvSpPr>
        <p:spPr>
          <a:xfrm>
            <a:off x="2184783" y="1316876"/>
            <a:ext cx="1331623" cy="148163"/>
          </a:xfrm>
          <a:prstGeom prst="rect">
            <a:avLst/>
          </a:prstGeom>
        </p:spPr>
        <p:txBody>
          <a:bodyPr anchor="ctr">
            <a:noAutofit/>
          </a:bodyPr>
          <a:lstStyle>
            <a:lvl1pPr marL="0" indent="0" algn="ctr">
              <a:buNone/>
              <a:defRPr sz="10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74" name="Text Placeholder 14">
            <a:extLst>
              <a:ext uri="{FF2B5EF4-FFF2-40B4-BE49-F238E27FC236}">
                <a16:creationId xmlns:a16="http://schemas.microsoft.com/office/drawing/2014/main" id="{21DADB31-D90F-41C1-9CC5-B11089520AFA}"/>
              </a:ext>
            </a:extLst>
          </p:cNvPr>
          <p:cNvSpPr>
            <a:spLocks noGrp="1"/>
          </p:cNvSpPr>
          <p:nvPr>
            <p:ph type="body" sz="quarter" idx="32" hasCustomPrompt="1"/>
          </p:nvPr>
        </p:nvSpPr>
        <p:spPr>
          <a:xfrm>
            <a:off x="2184783" y="1496505"/>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75" name="Text Placeholder 14">
            <a:extLst>
              <a:ext uri="{FF2B5EF4-FFF2-40B4-BE49-F238E27FC236}">
                <a16:creationId xmlns:a16="http://schemas.microsoft.com/office/drawing/2014/main" id="{2C73A256-D81A-42F8-B095-C98ACFE2B071}"/>
              </a:ext>
            </a:extLst>
          </p:cNvPr>
          <p:cNvSpPr>
            <a:spLocks noGrp="1"/>
          </p:cNvSpPr>
          <p:nvPr>
            <p:ph type="body" sz="quarter" idx="33" hasCustomPrompt="1"/>
          </p:nvPr>
        </p:nvSpPr>
        <p:spPr>
          <a:xfrm>
            <a:off x="2184783" y="1708544"/>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01</a:t>
            </a:r>
          </a:p>
        </p:txBody>
      </p:sp>
      <p:sp>
        <p:nvSpPr>
          <p:cNvPr id="76" name="Text Placeholder 14">
            <a:extLst>
              <a:ext uri="{FF2B5EF4-FFF2-40B4-BE49-F238E27FC236}">
                <a16:creationId xmlns:a16="http://schemas.microsoft.com/office/drawing/2014/main" id="{ADA465FE-01D4-4112-9587-CFA33EA7FCE3}"/>
              </a:ext>
            </a:extLst>
          </p:cNvPr>
          <p:cNvSpPr>
            <a:spLocks noGrp="1"/>
          </p:cNvSpPr>
          <p:nvPr>
            <p:ph type="body" sz="quarter" idx="34" hasCustomPrompt="1"/>
          </p:nvPr>
        </p:nvSpPr>
        <p:spPr>
          <a:xfrm>
            <a:off x="1648313" y="2160534"/>
            <a:ext cx="1331623" cy="148163"/>
          </a:xfrm>
          <a:prstGeom prst="rect">
            <a:avLst/>
          </a:prstGeom>
        </p:spPr>
        <p:txBody>
          <a:bodyPr anchor="ctr">
            <a:noAutofit/>
          </a:bodyPr>
          <a:lstStyle>
            <a:lvl1pPr marL="0" indent="0" algn="ctr">
              <a:buNone/>
              <a:defRPr sz="1000" b="1" baseline="0">
                <a:solidFill>
                  <a:schemeClr val="tx1"/>
                </a:solidFill>
                <a:latin typeface="Proxima Nova Rg" pitchFamily="50" charset="0"/>
                <a:ea typeface="Roboto Cn" pitchFamily="2" charset="0"/>
              </a:defRPr>
            </a:lvl1pPr>
          </a:lstStyle>
          <a:p>
            <a:pPr lvl="0"/>
            <a:r>
              <a:rPr lang="en-IN" dirty="0"/>
              <a:t>Click to add text</a:t>
            </a:r>
          </a:p>
        </p:txBody>
      </p:sp>
      <p:sp>
        <p:nvSpPr>
          <p:cNvPr id="77" name="Text Placeholder 14">
            <a:extLst>
              <a:ext uri="{FF2B5EF4-FFF2-40B4-BE49-F238E27FC236}">
                <a16:creationId xmlns:a16="http://schemas.microsoft.com/office/drawing/2014/main" id="{F7A48190-8BF9-4046-9C82-9306B982DBA6}"/>
              </a:ext>
            </a:extLst>
          </p:cNvPr>
          <p:cNvSpPr>
            <a:spLocks noGrp="1"/>
          </p:cNvSpPr>
          <p:nvPr>
            <p:ph type="body" sz="quarter" idx="35" hasCustomPrompt="1"/>
          </p:nvPr>
        </p:nvSpPr>
        <p:spPr>
          <a:xfrm>
            <a:off x="1648313" y="2340163"/>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78" name="Text Placeholder 14">
            <a:extLst>
              <a:ext uri="{FF2B5EF4-FFF2-40B4-BE49-F238E27FC236}">
                <a16:creationId xmlns:a16="http://schemas.microsoft.com/office/drawing/2014/main" id="{FD64CCC6-9C29-45BD-9D77-D0859CF04D6A}"/>
              </a:ext>
            </a:extLst>
          </p:cNvPr>
          <p:cNvSpPr>
            <a:spLocks noGrp="1"/>
          </p:cNvSpPr>
          <p:nvPr>
            <p:ph type="body" sz="quarter" idx="36" hasCustomPrompt="1"/>
          </p:nvPr>
        </p:nvSpPr>
        <p:spPr>
          <a:xfrm>
            <a:off x="1648313" y="2552202"/>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02</a:t>
            </a:r>
          </a:p>
        </p:txBody>
      </p:sp>
      <p:sp>
        <p:nvSpPr>
          <p:cNvPr id="79" name="Text Placeholder 14">
            <a:extLst>
              <a:ext uri="{FF2B5EF4-FFF2-40B4-BE49-F238E27FC236}">
                <a16:creationId xmlns:a16="http://schemas.microsoft.com/office/drawing/2014/main" id="{4B059615-57EE-4D0A-B36F-C74AB1034811}"/>
              </a:ext>
            </a:extLst>
          </p:cNvPr>
          <p:cNvSpPr>
            <a:spLocks noGrp="1"/>
          </p:cNvSpPr>
          <p:nvPr>
            <p:ph type="body" sz="quarter" idx="37" hasCustomPrompt="1"/>
          </p:nvPr>
        </p:nvSpPr>
        <p:spPr>
          <a:xfrm>
            <a:off x="1670695" y="3113991"/>
            <a:ext cx="1331623" cy="148163"/>
          </a:xfrm>
          <a:prstGeom prst="rect">
            <a:avLst/>
          </a:prstGeom>
        </p:spPr>
        <p:txBody>
          <a:bodyPr anchor="ctr">
            <a:noAutofit/>
          </a:bodyPr>
          <a:lstStyle>
            <a:lvl1pPr marL="0" indent="0" algn="ctr">
              <a:buNone/>
              <a:defRPr sz="10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80" name="Text Placeholder 14">
            <a:extLst>
              <a:ext uri="{FF2B5EF4-FFF2-40B4-BE49-F238E27FC236}">
                <a16:creationId xmlns:a16="http://schemas.microsoft.com/office/drawing/2014/main" id="{913659FF-7BB5-4A8B-835B-404E162E1446}"/>
              </a:ext>
            </a:extLst>
          </p:cNvPr>
          <p:cNvSpPr>
            <a:spLocks noGrp="1"/>
          </p:cNvSpPr>
          <p:nvPr>
            <p:ph type="body" sz="quarter" idx="38" hasCustomPrompt="1"/>
          </p:nvPr>
        </p:nvSpPr>
        <p:spPr>
          <a:xfrm>
            <a:off x="1670695" y="3293620"/>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81" name="Text Placeholder 14">
            <a:extLst>
              <a:ext uri="{FF2B5EF4-FFF2-40B4-BE49-F238E27FC236}">
                <a16:creationId xmlns:a16="http://schemas.microsoft.com/office/drawing/2014/main" id="{DE3AFECD-C213-48FE-896B-CD329FBB2351}"/>
              </a:ext>
            </a:extLst>
          </p:cNvPr>
          <p:cNvSpPr>
            <a:spLocks noGrp="1"/>
          </p:cNvSpPr>
          <p:nvPr>
            <p:ph type="body" sz="quarter" idx="39" hasCustomPrompt="1"/>
          </p:nvPr>
        </p:nvSpPr>
        <p:spPr>
          <a:xfrm>
            <a:off x="1670695" y="3505659"/>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03</a:t>
            </a:r>
          </a:p>
        </p:txBody>
      </p:sp>
      <p:sp>
        <p:nvSpPr>
          <p:cNvPr id="82" name="Text Placeholder 14">
            <a:extLst>
              <a:ext uri="{FF2B5EF4-FFF2-40B4-BE49-F238E27FC236}">
                <a16:creationId xmlns:a16="http://schemas.microsoft.com/office/drawing/2014/main" id="{FADCE75D-D06D-4084-AD7E-2A226C6D17B3}"/>
              </a:ext>
            </a:extLst>
          </p:cNvPr>
          <p:cNvSpPr>
            <a:spLocks noGrp="1"/>
          </p:cNvSpPr>
          <p:nvPr>
            <p:ph type="body" sz="quarter" idx="40" hasCustomPrompt="1"/>
          </p:nvPr>
        </p:nvSpPr>
        <p:spPr>
          <a:xfrm>
            <a:off x="2154251" y="3833167"/>
            <a:ext cx="1331623" cy="148163"/>
          </a:xfrm>
          <a:prstGeom prst="rect">
            <a:avLst/>
          </a:prstGeom>
        </p:spPr>
        <p:txBody>
          <a:bodyPr anchor="ctr">
            <a:noAutofit/>
          </a:bodyPr>
          <a:lstStyle>
            <a:lvl1pPr marL="0" indent="0" algn="ctr">
              <a:buNone/>
              <a:defRPr sz="10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83" name="Text Placeholder 14">
            <a:extLst>
              <a:ext uri="{FF2B5EF4-FFF2-40B4-BE49-F238E27FC236}">
                <a16:creationId xmlns:a16="http://schemas.microsoft.com/office/drawing/2014/main" id="{A7E1D4B6-E9BF-495F-96A2-6679C7BE999F}"/>
              </a:ext>
            </a:extLst>
          </p:cNvPr>
          <p:cNvSpPr>
            <a:spLocks noGrp="1"/>
          </p:cNvSpPr>
          <p:nvPr>
            <p:ph type="body" sz="quarter" idx="41" hasCustomPrompt="1"/>
          </p:nvPr>
        </p:nvSpPr>
        <p:spPr>
          <a:xfrm>
            <a:off x="2154251" y="4012796"/>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84" name="Text Placeholder 14">
            <a:extLst>
              <a:ext uri="{FF2B5EF4-FFF2-40B4-BE49-F238E27FC236}">
                <a16:creationId xmlns:a16="http://schemas.microsoft.com/office/drawing/2014/main" id="{ACCD4715-83DF-4CC9-9CBD-B67C04716E46}"/>
              </a:ext>
            </a:extLst>
          </p:cNvPr>
          <p:cNvSpPr>
            <a:spLocks noGrp="1"/>
          </p:cNvSpPr>
          <p:nvPr>
            <p:ph type="body" sz="quarter" idx="42" hasCustomPrompt="1"/>
          </p:nvPr>
        </p:nvSpPr>
        <p:spPr>
          <a:xfrm>
            <a:off x="2154251" y="4224835"/>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04</a:t>
            </a:r>
          </a:p>
        </p:txBody>
      </p:sp>
      <p:sp>
        <p:nvSpPr>
          <p:cNvPr id="85" name="Text Placeholder 14">
            <a:extLst>
              <a:ext uri="{FF2B5EF4-FFF2-40B4-BE49-F238E27FC236}">
                <a16:creationId xmlns:a16="http://schemas.microsoft.com/office/drawing/2014/main" id="{22F2B4EF-48F6-4037-91C4-3FDD8CB69813}"/>
              </a:ext>
            </a:extLst>
          </p:cNvPr>
          <p:cNvSpPr>
            <a:spLocks noGrp="1"/>
          </p:cNvSpPr>
          <p:nvPr>
            <p:ph type="body" sz="quarter" idx="43" hasCustomPrompt="1"/>
          </p:nvPr>
        </p:nvSpPr>
        <p:spPr>
          <a:xfrm>
            <a:off x="5711844" y="1274684"/>
            <a:ext cx="1331623" cy="148163"/>
          </a:xfrm>
          <a:prstGeom prst="rect">
            <a:avLst/>
          </a:prstGeom>
        </p:spPr>
        <p:txBody>
          <a:bodyPr anchor="ctr">
            <a:noAutofit/>
          </a:bodyPr>
          <a:lstStyle>
            <a:lvl1pPr marL="0" indent="0" algn="ctr">
              <a:buNone/>
              <a:defRPr sz="10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86" name="Text Placeholder 14">
            <a:extLst>
              <a:ext uri="{FF2B5EF4-FFF2-40B4-BE49-F238E27FC236}">
                <a16:creationId xmlns:a16="http://schemas.microsoft.com/office/drawing/2014/main" id="{7163FACB-F4E2-4BC8-8117-EF44B8EE99ED}"/>
              </a:ext>
            </a:extLst>
          </p:cNvPr>
          <p:cNvSpPr>
            <a:spLocks noGrp="1"/>
          </p:cNvSpPr>
          <p:nvPr>
            <p:ph type="body" sz="quarter" idx="44" hasCustomPrompt="1"/>
          </p:nvPr>
        </p:nvSpPr>
        <p:spPr>
          <a:xfrm>
            <a:off x="5711844" y="1454313"/>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87" name="Text Placeholder 14">
            <a:extLst>
              <a:ext uri="{FF2B5EF4-FFF2-40B4-BE49-F238E27FC236}">
                <a16:creationId xmlns:a16="http://schemas.microsoft.com/office/drawing/2014/main" id="{2EB2A85A-8907-46AF-BFA6-781EFE0A976F}"/>
              </a:ext>
            </a:extLst>
          </p:cNvPr>
          <p:cNvSpPr>
            <a:spLocks noGrp="1"/>
          </p:cNvSpPr>
          <p:nvPr>
            <p:ph type="body" sz="quarter" idx="45" hasCustomPrompt="1"/>
          </p:nvPr>
        </p:nvSpPr>
        <p:spPr>
          <a:xfrm>
            <a:off x="5711844" y="1666352"/>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05</a:t>
            </a:r>
          </a:p>
        </p:txBody>
      </p:sp>
      <p:sp>
        <p:nvSpPr>
          <p:cNvPr id="91" name="Text Placeholder 14">
            <a:extLst>
              <a:ext uri="{FF2B5EF4-FFF2-40B4-BE49-F238E27FC236}">
                <a16:creationId xmlns:a16="http://schemas.microsoft.com/office/drawing/2014/main" id="{ED53CF1A-5776-4A45-8AAC-C52030D97F7E}"/>
              </a:ext>
            </a:extLst>
          </p:cNvPr>
          <p:cNvSpPr>
            <a:spLocks noGrp="1"/>
          </p:cNvSpPr>
          <p:nvPr>
            <p:ph type="body" sz="quarter" idx="46" hasCustomPrompt="1"/>
          </p:nvPr>
        </p:nvSpPr>
        <p:spPr>
          <a:xfrm>
            <a:off x="6247590" y="2081713"/>
            <a:ext cx="1331623" cy="148163"/>
          </a:xfrm>
          <a:prstGeom prst="rect">
            <a:avLst/>
          </a:prstGeom>
        </p:spPr>
        <p:txBody>
          <a:bodyPr anchor="ctr">
            <a:noAutofit/>
          </a:bodyPr>
          <a:lstStyle>
            <a:lvl1pPr marL="0" indent="0" algn="ctr">
              <a:buNone/>
              <a:defRPr sz="10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92" name="Text Placeholder 14">
            <a:extLst>
              <a:ext uri="{FF2B5EF4-FFF2-40B4-BE49-F238E27FC236}">
                <a16:creationId xmlns:a16="http://schemas.microsoft.com/office/drawing/2014/main" id="{396FF3A9-ACBC-4245-86AC-6F8A0ABAEC5B}"/>
              </a:ext>
            </a:extLst>
          </p:cNvPr>
          <p:cNvSpPr>
            <a:spLocks noGrp="1"/>
          </p:cNvSpPr>
          <p:nvPr>
            <p:ph type="body" sz="quarter" idx="47" hasCustomPrompt="1"/>
          </p:nvPr>
        </p:nvSpPr>
        <p:spPr>
          <a:xfrm>
            <a:off x="6247590" y="2261342"/>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93" name="Text Placeholder 14">
            <a:extLst>
              <a:ext uri="{FF2B5EF4-FFF2-40B4-BE49-F238E27FC236}">
                <a16:creationId xmlns:a16="http://schemas.microsoft.com/office/drawing/2014/main" id="{0F63F29D-2FAA-412F-99C1-93879660E73C}"/>
              </a:ext>
            </a:extLst>
          </p:cNvPr>
          <p:cNvSpPr>
            <a:spLocks noGrp="1"/>
          </p:cNvSpPr>
          <p:nvPr>
            <p:ph type="body" sz="quarter" idx="48" hasCustomPrompt="1"/>
          </p:nvPr>
        </p:nvSpPr>
        <p:spPr>
          <a:xfrm>
            <a:off x="6247590" y="2473381"/>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06</a:t>
            </a:r>
          </a:p>
        </p:txBody>
      </p:sp>
      <p:sp>
        <p:nvSpPr>
          <p:cNvPr id="94" name="Text Placeholder 14">
            <a:extLst>
              <a:ext uri="{FF2B5EF4-FFF2-40B4-BE49-F238E27FC236}">
                <a16:creationId xmlns:a16="http://schemas.microsoft.com/office/drawing/2014/main" id="{78A150EE-40B7-44FD-A09A-03CAE88E2421}"/>
              </a:ext>
            </a:extLst>
          </p:cNvPr>
          <p:cNvSpPr>
            <a:spLocks noGrp="1"/>
          </p:cNvSpPr>
          <p:nvPr>
            <p:ph type="body" sz="quarter" idx="49" hasCustomPrompt="1"/>
          </p:nvPr>
        </p:nvSpPr>
        <p:spPr>
          <a:xfrm>
            <a:off x="6247590" y="3009669"/>
            <a:ext cx="1331623" cy="148163"/>
          </a:xfrm>
          <a:prstGeom prst="rect">
            <a:avLst/>
          </a:prstGeom>
        </p:spPr>
        <p:txBody>
          <a:bodyPr anchor="ctr">
            <a:noAutofit/>
          </a:bodyPr>
          <a:lstStyle>
            <a:lvl1pPr marL="0" indent="0" algn="ctr">
              <a:buNone/>
              <a:defRPr sz="1000" b="1" baseline="0">
                <a:solidFill>
                  <a:srgbClr val="F1333F"/>
                </a:solidFill>
                <a:latin typeface="Proxima Nova Rg" pitchFamily="50" charset="0"/>
                <a:ea typeface="Roboto Cn" pitchFamily="2" charset="0"/>
              </a:defRPr>
            </a:lvl1pPr>
          </a:lstStyle>
          <a:p>
            <a:pPr lvl="0"/>
            <a:r>
              <a:rPr lang="en-IN" dirty="0"/>
              <a:t>Click to add text</a:t>
            </a:r>
          </a:p>
        </p:txBody>
      </p:sp>
      <p:sp>
        <p:nvSpPr>
          <p:cNvPr id="95" name="Text Placeholder 14">
            <a:extLst>
              <a:ext uri="{FF2B5EF4-FFF2-40B4-BE49-F238E27FC236}">
                <a16:creationId xmlns:a16="http://schemas.microsoft.com/office/drawing/2014/main" id="{B494192B-BA24-41E2-974A-8FBA573DEA57}"/>
              </a:ext>
            </a:extLst>
          </p:cNvPr>
          <p:cNvSpPr>
            <a:spLocks noGrp="1"/>
          </p:cNvSpPr>
          <p:nvPr>
            <p:ph type="body" sz="quarter" idx="50" hasCustomPrompt="1"/>
          </p:nvPr>
        </p:nvSpPr>
        <p:spPr>
          <a:xfrm>
            <a:off x="6247590" y="3189298"/>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96" name="Text Placeholder 14">
            <a:extLst>
              <a:ext uri="{FF2B5EF4-FFF2-40B4-BE49-F238E27FC236}">
                <a16:creationId xmlns:a16="http://schemas.microsoft.com/office/drawing/2014/main" id="{C1C2EAB0-AC94-4977-AC85-8154DC994D53}"/>
              </a:ext>
            </a:extLst>
          </p:cNvPr>
          <p:cNvSpPr>
            <a:spLocks noGrp="1"/>
          </p:cNvSpPr>
          <p:nvPr>
            <p:ph type="body" sz="quarter" idx="51" hasCustomPrompt="1"/>
          </p:nvPr>
        </p:nvSpPr>
        <p:spPr>
          <a:xfrm>
            <a:off x="6247590" y="3401337"/>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07</a:t>
            </a:r>
          </a:p>
        </p:txBody>
      </p:sp>
      <p:sp>
        <p:nvSpPr>
          <p:cNvPr id="97" name="Text Placeholder 14">
            <a:extLst>
              <a:ext uri="{FF2B5EF4-FFF2-40B4-BE49-F238E27FC236}">
                <a16:creationId xmlns:a16="http://schemas.microsoft.com/office/drawing/2014/main" id="{C3F07C42-EA4D-48B8-BCBE-C242F0E27DF0}"/>
              </a:ext>
            </a:extLst>
          </p:cNvPr>
          <p:cNvSpPr>
            <a:spLocks noGrp="1"/>
          </p:cNvSpPr>
          <p:nvPr>
            <p:ph type="body" sz="quarter" idx="52" hasCustomPrompt="1"/>
          </p:nvPr>
        </p:nvSpPr>
        <p:spPr>
          <a:xfrm>
            <a:off x="5911033" y="3827718"/>
            <a:ext cx="1331623" cy="148163"/>
          </a:xfrm>
          <a:prstGeom prst="rect">
            <a:avLst/>
          </a:prstGeom>
        </p:spPr>
        <p:txBody>
          <a:bodyPr anchor="ctr">
            <a:noAutofit/>
          </a:bodyPr>
          <a:lstStyle>
            <a:lvl1pPr marL="0" indent="0" algn="ctr">
              <a:buNone/>
              <a:defRPr sz="1000" b="1" baseline="0">
                <a:solidFill>
                  <a:srgbClr val="989898"/>
                </a:solidFill>
                <a:latin typeface="Proxima Nova Rg" pitchFamily="50" charset="0"/>
                <a:ea typeface="Roboto Cn" pitchFamily="2" charset="0"/>
              </a:defRPr>
            </a:lvl1pPr>
          </a:lstStyle>
          <a:p>
            <a:pPr lvl="0"/>
            <a:r>
              <a:rPr lang="en-IN" dirty="0"/>
              <a:t>Click to add text</a:t>
            </a:r>
          </a:p>
        </p:txBody>
      </p:sp>
      <p:sp>
        <p:nvSpPr>
          <p:cNvPr id="98" name="Text Placeholder 14">
            <a:extLst>
              <a:ext uri="{FF2B5EF4-FFF2-40B4-BE49-F238E27FC236}">
                <a16:creationId xmlns:a16="http://schemas.microsoft.com/office/drawing/2014/main" id="{AD904902-E1AA-456C-AB4B-C747D867E55D}"/>
              </a:ext>
            </a:extLst>
          </p:cNvPr>
          <p:cNvSpPr>
            <a:spLocks noGrp="1"/>
          </p:cNvSpPr>
          <p:nvPr>
            <p:ph type="body" sz="quarter" idx="53" hasCustomPrompt="1"/>
          </p:nvPr>
        </p:nvSpPr>
        <p:spPr>
          <a:xfrm>
            <a:off x="5911033" y="4007347"/>
            <a:ext cx="1331623" cy="176979"/>
          </a:xfrm>
          <a:prstGeom prst="rect">
            <a:avLst/>
          </a:prstGeom>
        </p:spPr>
        <p:txBody>
          <a:bodyPr anchor="ctr">
            <a:noAutofit/>
          </a:bodyPr>
          <a:lstStyle>
            <a:lvl1pPr marL="0" indent="0" algn="ctr">
              <a:buNone/>
              <a:defRPr sz="800" b="0" baseline="0">
                <a:solidFill>
                  <a:schemeClr val="tx1"/>
                </a:solidFill>
                <a:latin typeface="Proxima Nova Rg" pitchFamily="50" charset="0"/>
                <a:ea typeface="Roboto Cn" pitchFamily="2" charset="0"/>
              </a:defRPr>
            </a:lvl1pPr>
          </a:lstStyle>
          <a:p>
            <a:pPr lvl="0"/>
            <a:r>
              <a:rPr lang="en-IN" dirty="0"/>
              <a:t>Click to add text</a:t>
            </a:r>
          </a:p>
        </p:txBody>
      </p:sp>
      <p:sp>
        <p:nvSpPr>
          <p:cNvPr id="99" name="Text Placeholder 14">
            <a:extLst>
              <a:ext uri="{FF2B5EF4-FFF2-40B4-BE49-F238E27FC236}">
                <a16:creationId xmlns:a16="http://schemas.microsoft.com/office/drawing/2014/main" id="{48698DEC-044E-4A63-9E51-D6C9F437B4C9}"/>
              </a:ext>
            </a:extLst>
          </p:cNvPr>
          <p:cNvSpPr>
            <a:spLocks noGrp="1"/>
          </p:cNvSpPr>
          <p:nvPr>
            <p:ph type="body" sz="quarter" idx="54" hasCustomPrompt="1"/>
          </p:nvPr>
        </p:nvSpPr>
        <p:spPr>
          <a:xfrm>
            <a:off x="5911033" y="4219386"/>
            <a:ext cx="1331623" cy="183595"/>
          </a:xfrm>
          <a:prstGeom prst="rect">
            <a:avLst/>
          </a:prstGeom>
        </p:spPr>
        <p:txBody>
          <a:bodyPr anchor="ctr">
            <a:noAutofit/>
          </a:bodyPr>
          <a:lstStyle>
            <a:lvl1pPr marL="0" indent="0" algn="ctr">
              <a:buNone/>
              <a:defRPr sz="1600" b="1" baseline="0">
                <a:solidFill>
                  <a:srgbClr val="989898"/>
                </a:solidFill>
                <a:latin typeface="Proxima Nova Rg" pitchFamily="50" charset="0"/>
                <a:ea typeface="Roboto Cn" pitchFamily="2" charset="0"/>
              </a:defRPr>
            </a:lvl1pPr>
          </a:lstStyle>
          <a:p>
            <a:pPr lvl="0"/>
            <a:r>
              <a:rPr lang="en-IN" dirty="0"/>
              <a:t>08</a:t>
            </a:r>
          </a:p>
        </p:txBody>
      </p:sp>
      <p:grpSp>
        <p:nvGrpSpPr>
          <p:cNvPr id="124" name="Group 123">
            <a:extLst>
              <a:ext uri="{FF2B5EF4-FFF2-40B4-BE49-F238E27FC236}">
                <a16:creationId xmlns:a16="http://schemas.microsoft.com/office/drawing/2014/main" id="{589A8122-AC80-40E3-96D5-121CDADFA065}"/>
              </a:ext>
            </a:extLst>
          </p:cNvPr>
          <p:cNvGrpSpPr/>
          <p:nvPr userDrawn="1"/>
        </p:nvGrpSpPr>
        <p:grpSpPr>
          <a:xfrm>
            <a:off x="3064089" y="1322496"/>
            <a:ext cx="3130304" cy="3130304"/>
            <a:chOff x="1725851" y="197234"/>
            <a:chExt cx="4799362" cy="4799363"/>
          </a:xfrm>
          <a:scene3d>
            <a:camera prst="orthographicFront">
              <a:rot lat="0" lon="0" rev="20399999"/>
            </a:camera>
            <a:lightRig rig="threePt" dir="t"/>
          </a:scene3d>
        </p:grpSpPr>
        <p:sp>
          <p:nvSpPr>
            <p:cNvPr id="125" name="Block Arc 124">
              <a:extLst>
                <a:ext uri="{FF2B5EF4-FFF2-40B4-BE49-F238E27FC236}">
                  <a16:creationId xmlns:a16="http://schemas.microsoft.com/office/drawing/2014/main" id="{8B4773C0-C0D3-47BC-9DA6-7814B27EBD87}"/>
                </a:ext>
              </a:extLst>
            </p:cNvPr>
            <p:cNvSpPr/>
            <p:nvPr/>
          </p:nvSpPr>
          <p:spPr>
            <a:xfrm>
              <a:off x="2160294" y="631678"/>
              <a:ext cx="3930473" cy="3930474"/>
            </a:xfrm>
            <a:prstGeom prst="blockArc">
              <a:avLst>
                <a:gd name="adj1" fmla="val 13500000"/>
                <a:gd name="adj2" fmla="val 16200000"/>
                <a:gd name="adj3" fmla="val 3430"/>
              </a:avLst>
            </a:prstGeom>
            <a:no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26" name="Block Arc 125">
              <a:extLst>
                <a:ext uri="{FF2B5EF4-FFF2-40B4-BE49-F238E27FC236}">
                  <a16:creationId xmlns:a16="http://schemas.microsoft.com/office/drawing/2014/main" id="{A81445D2-307B-4915-BE35-A0690B118478}"/>
                </a:ext>
              </a:extLst>
            </p:cNvPr>
            <p:cNvSpPr/>
            <p:nvPr/>
          </p:nvSpPr>
          <p:spPr>
            <a:xfrm>
              <a:off x="2160294" y="631678"/>
              <a:ext cx="3930473" cy="3930474"/>
            </a:xfrm>
            <a:prstGeom prst="blockArc">
              <a:avLst>
                <a:gd name="adj1" fmla="val 10800000"/>
                <a:gd name="adj2" fmla="val 13500000"/>
                <a:gd name="adj3" fmla="val 3430"/>
              </a:avLst>
            </a:prstGeom>
            <a:solidFill>
              <a:srgbClr val="9D9D9D"/>
            </a:solid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27" name="Block Arc 126">
              <a:extLst>
                <a:ext uri="{FF2B5EF4-FFF2-40B4-BE49-F238E27FC236}">
                  <a16:creationId xmlns:a16="http://schemas.microsoft.com/office/drawing/2014/main" id="{040C25AE-24BA-45E6-A8BE-C902EA93A1E9}"/>
                </a:ext>
              </a:extLst>
            </p:cNvPr>
            <p:cNvSpPr/>
            <p:nvPr/>
          </p:nvSpPr>
          <p:spPr>
            <a:xfrm>
              <a:off x="2160294" y="631678"/>
              <a:ext cx="3930473" cy="3930474"/>
            </a:xfrm>
            <a:prstGeom prst="blockArc">
              <a:avLst>
                <a:gd name="adj1" fmla="val 8100000"/>
                <a:gd name="adj2" fmla="val 10800000"/>
                <a:gd name="adj3" fmla="val 3430"/>
              </a:avLst>
            </a:prstGeom>
            <a:solidFill>
              <a:schemeClr val="tx1"/>
            </a:solid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28" name="Block Arc 127">
              <a:extLst>
                <a:ext uri="{FF2B5EF4-FFF2-40B4-BE49-F238E27FC236}">
                  <a16:creationId xmlns:a16="http://schemas.microsoft.com/office/drawing/2014/main" id="{5A9F5B74-98C4-4013-9696-A987424E2AA7}"/>
                </a:ext>
              </a:extLst>
            </p:cNvPr>
            <p:cNvSpPr/>
            <p:nvPr/>
          </p:nvSpPr>
          <p:spPr>
            <a:xfrm>
              <a:off x="2160294" y="631678"/>
              <a:ext cx="3930473" cy="3930474"/>
            </a:xfrm>
            <a:prstGeom prst="blockArc">
              <a:avLst>
                <a:gd name="adj1" fmla="val 5400000"/>
                <a:gd name="adj2" fmla="val 8100000"/>
                <a:gd name="adj3" fmla="val 3430"/>
              </a:avLst>
            </a:prstGeom>
            <a:solidFill>
              <a:srgbClr val="B4B4B4"/>
            </a:solidFill>
            <a:ln>
              <a:solidFill>
                <a:srgbClr val="A8A8A8"/>
              </a:solidFill>
            </a:ln>
            <a:scene3d>
              <a:camera prst="orthographicFront">
                <a:rot lat="0" lon="0" rev="20399999"/>
              </a:camera>
              <a:lightRig rig="threePt" dir="t"/>
            </a:scene3d>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IN" dirty="0"/>
            </a:p>
          </p:txBody>
        </p:sp>
        <p:sp>
          <p:nvSpPr>
            <p:cNvPr id="129" name="Block Arc 128">
              <a:extLst>
                <a:ext uri="{FF2B5EF4-FFF2-40B4-BE49-F238E27FC236}">
                  <a16:creationId xmlns:a16="http://schemas.microsoft.com/office/drawing/2014/main" id="{BAC0A140-1667-4633-9DE6-FC1D5F8BB363}"/>
                </a:ext>
              </a:extLst>
            </p:cNvPr>
            <p:cNvSpPr/>
            <p:nvPr/>
          </p:nvSpPr>
          <p:spPr>
            <a:xfrm>
              <a:off x="2160294" y="631678"/>
              <a:ext cx="3930473" cy="3930474"/>
            </a:xfrm>
            <a:prstGeom prst="blockArc">
              <a:avLst>
                <a:gd name="adj1" fmla="val 2700000"/>
                <a:gd name="adj2" fmla="val 5400000"/>
                <a:gd name="adj3" fmla="val 3430"/>
              </a:avLst>
            </a:prstGeom>
            <a:no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30" name="Block Arc 129">
              <a:extLst>
                <a:ext uri="{FF2B5EF4-FFF2-40B4-BE49-F238E27FC236}">
                  <a16:creationId xmlns:a16="http://schemas.microsoft.com/office/drawing/2014/main" id="{CFC036EC-2AE3-45D4-ADE2-396AC55ADFB8}"/>
                </a:ext>
              </a:extLst>
            </p:cNvPr>
            <p:cNvSpPr/>
            <p:nvPr/>
          </p:nvSpPr>
          <p:spPr>
            <a:xfrm>
              <a:off x="2160294" y="631678"/>
              <a:ext cx="3930473" cy="3930474"/>
            </a:xfrm>
            <a:prstGeom prst="blockArc">
              <a:avLst>
                <a:gd name="adj1" fmla="val 0"/>
                <a:gd name="adj2" fmla="val 2700000"/>
                <a:gd name="adj3" fmla="val 3430"/>
              </a:avLst>
            </a:prstGeom>
            <a:solidFill>
              <a:srgbClr val="F6323E"/>
            </a:solid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31" name="Block Arc 130">
              <a:extLst>
                <a:ext uri="{FF2B5EF4-FFF2-40B4-BE49-F238E27FC236}">
                  <a16:creationId xmlns:a16="http://schemas.microsoft.com/office/drawing/2014/main" id="{111D4FF4-3487-4B26-A5FB-4442CCE5AA67}"/>
                </a:ext>
              </a:extLst>
            </p:cNvPr>
            <p:cNvSpPr/>
            <p:nvPr/>
          </p:nvSpPr>
          <p:spPr>
            <a:xfrm>
              <a:off x="2160294" y="631678"/>
              <a:ext cx="3930473" cy="3930474"/>
            </a:xfrm>
            <a:prstGeom prst="blockArc">
              <a:avLst>
                <a:gd name="adj1" fmla="val 18900000"/>
                <a:gd name="adj2" fmla="val 0"/>
                <a:gd name="adj3" fmla="val 3430"/>
              </a:avLst>
            </a:prstGeom>
            <a:solidFill>
              <a:srgbClr val="CCCCCC"/>
            </a:solid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32" name="Block Arc 131">
              <a:extLst>
                <a:ext uri="{FF2B5EF4-FFF2-40B4-BE49-F238E27FC236}">
                  <a16:creationId xmlns:a16="http://schemas.microsoft.com/office/drawing/2014/main" id="{B0D772E5-AFBD-4B14-9B45-D8C082D21DD1}"/>
                </a:ext>
              </a:extLst>
            </p:cNvPr>
            <p:cNvSpPr/>
            <p:nvPr/>
          </p:nvSpPr>
          <p:spPr>
            <a:xfrm>
              <a:off x="2160294" y="631678"/>
              <a:ext cx="3930473" cy="3930474"/>
            </a:xfrm>
            <a:prstGeom prst="blockArc">
              <a:avLst>
                <a:gd name="adj1" fmla="val 16200000"/>
                <a:gd name="adj2" fmla="val 18900000"/>
                <a:gd name="adj3" fmla="val 3430"/>
              </a:avLst>
            </a:prstGeom>
            <a:solidFill>
              <a:srgbClr val="F6323E"/>
            </a:solidFill>
            <a:scene3d>
              <a:camera prst="orthographicFront">
                <a:rot lat="0" lon="0" rev="20399999"/>
              </a:camera>
              <a:lightRig rig="threePt" dir="t"/>
            </a:scene3d>
          </p:spPr>
          <p:style>
            <a:lnRef idx="0">
              <a:schemeClr val="accent1">
                <a:tint val="60000"/>
                <a:hueOff val="0"/>
                <a:satOff val="0"/>
                <a:lumOff val="0"/>
                <a:alphaOff val="0"/>
              </a:schemeClr>
            </a:lnRef>
            <a:fillRef idx="1">
              <a:scrgbClr r="0" g="0" b="0"/>
            </a:fillRef>
            <a:effectRef idx="0">
              <a:schemeClr val="accent1">
                <a:tint val="60000"/>
                <a:hueOff val="0"/>
                <a:satOff val="0"/>
                <a:lumOff val="0"/>
                <a:alphaOff val="0"/>
              </a:schemeClr>
            </a:effectRef>
            <a:fontRef idx="minor">
              <a:schemeClr val="lt1"/>
            </a:fontRef>
          </p:style>
        </p:sp>
        <p:sp>
          <p:nvSpPr>
            <p:cNvPr id="133" name="Freeform 31">
              <a:extLst>
                <a:ext uri="{FF2B5EF4-FFF2-40B4-BE49-F238E27FC236}">
                  <a16:creationId xmlns:a16="http://schemas.microsoft.com/office/drawing/2014/main" id="{84D681CB-D86E-4756-B454-2375714DDCEE}"/>
                </a:ext>
              </a:extLst>
            </p:cNvPr>
            <p:cNvSpPr/>
            <p:nvPr/>
          </p:nvSpPr>
          <p:spPr>
            <a:xfrm>
              <a:off x="3128723" y="1600108"/>
              <a:ext cx="1993614" cy="1993614"/>
            </a:xfrm>
            <a:custGeom>
              <a:avLst/>
              <a:gdLst>
                <a:gd name="connsiteX0" fmla="*/ 0 w 1993614"/>
                <a:gd name="connsiteY0" fmla="*/ 996807 h 1993614"/>
                <a:gd name="connsiteX1" fmla="*/ 996807 w 1993614"/>
                <a:gd name="connsiteY1" fmla="*/ 0 h 1993614"/>
                <a:gd name="connsiteX2" fmla="*/ 1993614 w 1993614"/>
                <a:gd name="connsiteY2" fmla="*/ 996807 h 1993614"/>
                <a:gd name="connsiteX3" fmla="*/ 996807 w 1993614"/>
                <a:gd name="connsiteY3" fmla="*/ 1993614 h 1993614"/>
                <a:gd name="connsiteX4" fmla="*/ 0 w 1993614"/>
                <a:gd name="connsiteY4" fmla="*/ 996807 h 1993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3614" h="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w="50800">
              <a:solidFill>
                <a:srgbClr val="4C4C4C"/>
              </a:solidFill>
            </a:ln>
            <a:effectLst>
              <a:outerShdw blurRad="50800" dist="38100" dir="8100000" algn="tr" rotWithShape="0">
                <a:prstClr val="black">
                  <a:alpha val="40000"/>
                </a:prstClr>
              </a:outerShdw>
            </a:effectLst>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07198" tIns="307198" rIns="307198" bIns="307198" numCol="1" spcCol="1270" anchor="ctr" anchorCtr="0">
              <a:noAutofit/>
            </a:bodyPr>
            <a:lstStyle/>
            <a:p>
              <a:pPr lvl="0" algn="ctr" defTabSz="533400">
                <a:lnSpc>
                  <a:spcPct val="90000"/>
                </a:lnSpc>
                <a:spcBef>
                  <a:spcPct val="0"/>
                </a:spcBef>
                <a:spcAft>
                  <a:spcPct val="35000"/>
                </a:spcAft>
              </a:pPr>
              <a:endParaRPr lang="en-IN" sz="1200" kern="1200" dirty="0">
                <a:solidFill>
                  <a:srgbClr val="4C4C4C"/>
                </a:solidFill>
                <a:latin typeface="Roboto Cn" pitchFamily="2" charset="0"/>
                <a:ea typeface="Roboto Cn" pitchFamily="2" charset="0"/>
              </a:endParaRPr>
            </a:p>
          </p:txBody>
        </p:sp>
        <p:sp>
          <p:nvSpPr>
            <p:cNvPr id="134" name="Freeform 32">
              <a:extLst>
                <a:ext uri="{FF2B5EF4-FFF2-40B4-BE49-F238E27FC236}">
                  <a16:creationId xmlns:a16="http://schemas.microsoft.com/office/drawing/2014/main" id="{4B372692-F430-416D-8354-7E20E10DACB2}"/>
                </a:ext>
              </a:extLst>
            </p:cNvPr>
            <p:cNvSpPr/>
            <p:nvPr/>
          </p:nvSpPr>
          <p:spPr>
            <a:xfrm>
              <a:off x="3657379" y="197234"/>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a:solidFill>
                <a:srgbClr val="F6323E"/>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3788" tIns="163788" rIns="163788" bIns="163788" numCol="1" spcCol="1270" anchor="ctr" anchorCtr="0">
              <a:noAutofit/>
            </a:bodyPr>
            <a:lstStyle/>
            <a:p>
              <a:pPr lvl="0" algn="ctr" defTabSz="933450">
                <a:lnSpc>
                  <a:spcPct val="90000"/>
                </a:lnSpc>
                <a:spcBef>
                  <a:spcPct val="0"/>
                </a:spcBef>
                <a:spcAft>
                  <a:spcPct val="35000"/>
                </a:spcAft>
              </a:pPr>
              <a:endParaRPr lang="en-IN" sz="2100" kern="1200" dirty="0"/>
            </a:p>
          </p:txBody>
        </p:sp>
        <p:sp>
          <p:nvSpPr>
            <p:cNvPr id="135" name="Freeform 33">
              <a:extLst>
                <a:ext uri="{FF2B5EF4-FFF2-40B4-BE49-F238E27FC236}">
                  <a16:creationId xmlns:a16="http://schemas.microsoft.com/office/drawing/2014/main" id="{AA766CEF-78FC-4437-B612-CE45C199F0F1}"/>
                </a:ext>
              </a:extLst>
            </p:cNvPr>
            <p:cNvSpPr/>
            <p:nvPr/>
          </p:nvSpPr>
          <p:spPr>
            <a:xfrm>
              <a:off x="5023178" y="762966"/>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a:solidFill>
                <a:srgbClr val="CCCCCC"/>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3788" tIns="163788" rIns="163788" bIns="163788" numCol="1" spcCol="1270" anchor="ctr" anchorCtr="0">
              <a:noAutofit/>
            </a:bodyPr>
            <a:lstStyle/>
            <a:p>
              <a:pPr lvl="0" algn="ctr" defTabSz="933450">
                <a:lnSpc>
                  <a:spcPct val="90000"/>
                </a:lnSpc>
                <a:spcBef>
                  <a:spcPct val="0"/>
                </a:spcBef>
                <a:spcAft>
                  <a:spcPct val="35000"/>
                </a:spcAft>
              </a:pPr>
              <a:endParaRPr lang="en-IN" sz="2100" kern="1200" dirty="0"/>
            </a:p>
          </p:txBody>
        </p:sp>
        <p:sp>
          <p:nvSpPr>
            <p:cNvPr id="136" name="Freeform 34">
              <a:extLst>
                <a:ext uri="{FF2B5EF4-FFF2-40B4-BE49-F238E27FC236}">
                  <a16:creationId xmlns:a16="http://schemas.microsoft.com/office/drawing/2014/main" id="{D3187795-3A1A-4663-A396-492CCC07CB57}"/>
                </a:ext>
              </a:extLst>
            </p:cNvPr>
            <p:cNvSpPr/>
            <p:nvPr/>
          </p:nvSpPr>
          <p:spPr>
            <a:xfrm>
              <a:off x="5588911" y="2128764"/>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a:solidFill>
                <a:srgbClr val="F6323E"/>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3788" tIns="163788" rIns="163788" bIns="163788" numCol="1" spcCol="1270" anchor="ctr" anchorCtr="0">
              <a:noAutofit/>
            </a:bodyPr>
            <a:lstStyle/>
            <a:p>
              <a:pPr lvl="0" algn="ctr" defTabSz="933450">
                <a:lnSpc>
                  <a:spcPct val="90000"/>
                </a:lnSpc>
                <a:spcBef>
                  <a:spcPct val="0"/>
                </a:spcBef>
                <a:spcAft>
                  <a:spcPct val="35000"/>
                </a:spcAft>
              </a:pPr>
              <a:endParaRPr lang="en-IN" sz="2100" kern="1200" dirty="0"/>
            </a:p>
          </p:txBody>
        </p:sp>
        <p:sp>
          <p:nvSpPr>
            <p:cNvPr id="137" name="Freeform 35">
              <a:extLst>
                <a:ext uri="{FF2B5EF4-FFF2-40B4-BE49-F238E27FC236}">
                  <a16:creationId xmlns:a16="http://schemas.microsoft.com/office/drawing/2014/main" id="{20CBC2B0-8D13-49B1-9FA0-DF8B0AF5CB4B}"/>
                </a:ext>
              </a:extLst>
            </p:cNvPr>
            <p:cNvSpPr/>
            <p:nvPr/>
          </p:nvSpPr>
          <p:spPr>
            <a:xfrm>
              <a:off x="5023177" y="3494562"/>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a:solidFill>
                <a:srgbClr val="9D9D9D"/>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63788" tIns="163788" rIns="163788" bIns="163788" numCol="1" spcCol="1270" anchor="ctr" anchorCtr="0">
              <a:noAutofit/>
            </a:bodyPr>
            <a:lstStyle/>
            <a:p>
              <a:pPr lvl="0" algn="ctr" defTabSz="933450">
                <a:lnSpc>
                  <a:spcPct val="90000"/>
                </a:lnSpc>
                <a:spcBef>
                  <a:spcPct val="0"/>
                </a:spcBef>
                <a:spcAft>
                  <a:spcPct val="35000"/>
                </a:spcAft>
              </a:pPr>
              <a:endParaRPr lang="en-IN" sz="2100" kern="1200" dirty="0"/>
            </a:p>
          </p:txBody>
        </p:sp>
        <p:sp>
          <p:nvSpPr>
            <p:cNvPr id="138" name="Freeform 36">
              <a:extLst>
                <a:ext uri="{FF2B5EF4-FFF2-40B4-BE49-F238E27FC236}">
                  <a16:creationId xmlns:a16="http://schemas.microsoft.com/office/drawing/2014/main" id="{39019976-B1C2-4305-B168-A05BD0CB2C4E}"/>
                </a:ext>
              </a:extLst>
            </p:cNvPr>
            <p:cNvSpPr/>
            <p:nvPr/>
          </p:nvSpPr>
          <p:spPr>
            <a:xfrm>
              <a:off x="3657379" y="4060295"/>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a:solidFill>
                <a:srgbClr val="F6323E"/>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7918" tIns="187918" rIns="187918" bIns="187918" numCol="1" spcCol="1270" anchor="ctr" anchorCtr="0">
              <a:noAutofit/>
            </a:bodyPr>
            <a:lstStyle/>
            <a:p>
              <a:pPr lvl="0" algn="ctr" defTabSz="1778000">
                <a:lnSpc>
                  <a:spcPct val="90000"/>
                </a:lnSpc>
                <a:spcBef>
                  <a:spcPct val="0"/>
                </a:spcBef>
                <a:spcAft>
                  <a:spcPct val="35000"/>
                </a:spcAft>
              </a:pPr>
              <a:endParaRPr lang="en-IN" sz="4000" kern="1200" dirty="0"/>
            </a:p>
          </p:txBody>
        </p:sp>
        <p:sp>
          <p:nvSpPr>
            <p:cNvPr id="139" name="Freeform 37">
              <a:extLst>
                <a:ext uri="{FF2B5EF4-FFF2-40B4-BE49-F238E27FC236}">
                  <a16:creationId xmlns:a16="http://schemas.microsoft.com/office/drawing/2014/main" id="{BD305D83-550B-4C24-AF9F-AA9DE43E95EF}"/>
                </a:ext>
              </a:extLst>
            </p:cNvPr>
            <p:cNvSpPr/>
            <p:nvPr/>
          </p:nvSpPr>
          <p:spPr>
            <a:xfrm>
              <a:off x="2291582" y="3494564"/>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a:solidFill>
                <a:srgbClr val="A8A8A8"/>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7918" tIns="187918" rIns="187918" bIns="187918" numCol="1" spcCol="1270" anchor="ctr" anchorCtr="0">
              <a:noAutofit/>
            </a:bodyPr>
            <a:lstStyle/>
            <a:p>
              <a:pPr lvl="0" algn="ctr" defTabSz="1778000">
                <a:lnSpc>
                  <a:spcPct val="90000"/>
                </a:lnSpc>
                <a:spcBef>
                  <a:spcPct val="0"/>
                </a:spcBef>
                <a:spcAft>
                  <a:spcPct val="35000"/>
                </a:spcAft>
              </a:pPr>
              <a:endParaRPr lang="en-IN" sz="4000" kern="1200" dirty="0"/>
            </a:p>
          </p:txBody>
        </p:sp>
        <p:sp>
          <p:nvSpPr>
            <p:cNvPr id="140" name="Freeform 38">
              <a:extLst>
                <a:ext uri="{FF2B5EF4-FFF2-40B4-BE49-F238E27FC236}">
                  <a16:creationId xmlns:a16="http://schemas.microsoft.com/office/drawing/2014/main" id="{92041494-44D7-4E45-A4CF-B5BE55A644BA}"/>
                </a:ext>
              </a:extLst>
            </p:cNvPr>
            <p:cNvSpPr/>
            <p:nvPr/>
          </p:nvSpPr>
          <p:spPr>
            <a:xfrm>
              <a:off x="1725851" y="2128764"/>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w="57150">
              <a:solidFill>
                <a:schemeClr val="tx1"/>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7918" tIns="187918" rIns="187918" bIns="187918" numCol="1" spcCol="1270" anchor="ctr" anchorCtr="0">
              <a:noAutofit/>
            </a:bodyPr>
            <a:lstStyle/>
            <a:p>
              <a:pPr lvl="0" algn="ctr" defTabSz="1778000">
                <a:lnSpc>
                  <a:spcPct val="90000"/>
                </a:lnSpc>
                <a:spcBef>
                  <a:spcPct val="0"/>
                </a:spcBef>
                <a:spcAft>
                  <a:spcPct val="35000"/>
                </a:spcAft>
              </a:pPr>
              <a:endParaRPr lang="en-IN" sz="4000" kern="1200" dirty="0"/>
            </a:p>
          </p:txBody>
        </p:sp>
        <p:sp>
          <p:nvSpPr>
            <p:cNvPr id="141" name="Freeform 39">
              <a:extLst>
                <a:ext uri="{FF2B5EF4-FFF2-40B4-BE49-F238E27FC236}">
                  <a16:creationId xmlns:a16="http://schemas.microsoft.com/office/drawing/2014/main" id="{290FE087-25E7-4182-A982-270275095219}"/>
                </a:ext>
              </a:extLst>
            </p:cNvPr>
            <p:cNvSpPr/>
            <p:nvPr/>
          </p:nvSpPr>
          <p:spPr>
            <a:xfrm>
              <a:off x="2291581" y="762965"/>
              <a:ext cx="936302" cy="936302"/>
            </a:xfrm>
            <a:custGeom>
              <a:avLst/>
              <a:gdLst>
                <a:gd name="connsiteX0" fmla="*/ 0 w 936302"/>
                <a:gd name="connsiteY0" fmla="*/ 468151 h 936302"/>
                <a:gd name="connsiteX1" fmla="*/ 468151 w 936302"/>
                <a:gd name="connsiteY1" fmla="*/ 0 h 936302"/>
                <a:gd name="connsiteX2" fmla="*/ 936302 w 936302"/>
                <a:gd name="connsiteY2" fmla="*/ 468151 h 936302"/>
                <a:gd name="connsiteX3" fmla="*/ 468151 w 936302"/>
                <a:gd name="connsiteY3" fmla="*/ 936302 h 936302"/>
                <a:gd name="connsiteX4" fmla="*/ 0 w 936302"/>
                <a:gd name="connsiteY4" fmla="*/ 468151 h 936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6302" h="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w="57150">
              <a:solidFill>
                <a:srgbClr val="989898"/>
              </a:solidFill>
            </a:ln>
            <a:scene3d>
              <a:camera prst="orthographicFront">
                <a:rot lat="0" lon="0" rev="20399999"/>
              </a:camera>
              <a:lightRig rig="threePt" dir="t"/>
            </a:scene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87918" tIns="187918" rIns="187918" bIns="187918" numCol="1" spcCol="1270" anchor="ctr" anchorCtr="0">
              <a:noAutofit/>
            </a:bodyPr>
            <a:lstStyle/>
            <a:p>
              <a:pPr lvl="0" algn="ctr" defTabSz="1778000">
                <a:lnSpc>
                  <a:spcPct val="90000"/>
                </a:lnSpc>
                <a:spcBef>
                  <a:spcPct val="0"/>
                </a:spcBef>
                <a:spcAft>
                  <a:spcPct val="35000"/>
                </a:spcAft>
              </a:pPr>
              <a:endParaRPr lang="en-IN" sz="4000" kern="1200" dirty="0"/>
            </a:p>
          </p:txBody>
        </p:sp>
      </p:grpSp>
      <p:pic>
        <p:nvPicPr>
          <p:cNvPr id="142" name="Picture 141">
            <a:extLst>
              <a:ext uri="{FF2B5EF4-FFF2-40B4-BE49-F238E27FC236}">
                <a16:creationId xmlns:a16="http://schemas.microsoft.com/office/drawing/2014/main" id="{E4F76C4B-B815-42DE-AFB4-459EFEE7BC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06518" y="1572770"/>
            <a:ext cx="365816" cy="365816"/>
          </a:xfrm>
          <a:prstGeom prst="rect">
            <a:avLst/>
          </a:prstGeom>
          <a:scene3d>
            <a:camera prst="orthographicFront">
              <a:rot lat="0" lon="0" rev="0"/>
            </a:camera>
            <a:lightRig rig="threePt" dir="t"/>
          </a:scene3d>
        </p:spPr>
      </p:pic>
      <p:pic>
        <p:nvPicPr>
          <p:cNvPr id="143" name="Picture 142">
            <a:extLst>
              <a:ext uri="{FF2B5EF4-FFF2-40B4-BE49-F238E27FC236}">
                <a16:creationId xmlns:a16="http://schemas.microsoft.com/office/drawing/2014/main" id="{3BE0AA93-5B5E-4D23-B226-9514D65897B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72122" y="3840710"/>
            <a:ext cx="365816" cy="365816"/>
          </a:xfrm>
          <a:prstGeom prst="rect">
            <a:avLst/>
          </a:prstGeom>
          <a:scene3d>
            <a:camera prst="orthographicFront">
              <a:rot lat="0" lon="0" rev="0"/>
            </a:camera>
            <a:lightRig rig="threePt" dir="t"/>
          </a:scene3d>
        </p:spPr>
      </p:pic>
      <p:pic>
        <p:nvPicPr>
          <p:cNvPr id="144" name="Picture 143">
            <a:extLst>
              <a:ext uri="{FF2B5EF4-FFF2-40B4-BE49-F238E27FC236}">
                <a16:creationId xmlns:a16="http://schemas.microsoft.com/office/drawing/2014/main" id="{CB655488-71C0-424A-96C6-3E76C4B878F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285784" y="3229619"/>
            <a:ext cx="365816" cy="365816"/>
          </a:xfrm>
          <a:prstGeom prst="rect">
            <a:avLst/>
          </a:prstGeom>
          <a:scene3d>
            <a:camera prst="orthographicFront">
              <a:rot lat="0" lon="0" rev="0"/>
            </a:camera>
            <a:lightRig rig="threePt" dir="t"/>
          </a:scene3d>
        </p:spPr>
      </p:pic>
      <p:pic>
        <p:nvPicPr>
          <p:cNvPr id="145" name="Picture 144">
            <a:extLst>
              <a:ext uri="{FF2B5EF4-FFF2-40B4-BE49-F238E27FC236}">
                <a16:creationId xmlns:a16="http://schemas.microsoft.com/office/drawing/2014/main" id="{ACF79AE9-77DE-42C0-991F-B3FAD827816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60129" y="2284117"/>
            <a:ext cx="365816" cy="365816"/>
          </a:xfrm>
          <a:prstGeom prst="rect">
            <a:avLst/>
          </a:prstGeom>
          <a:scene3d>
            <a:camera prst="orthographicFront">
              <a:rot lat="0" lon="0" rev="0"/>
            </a:camera>
            <a:lightRig rig="threePt" dir="t"/>
          </a:scene3d>
        </p:spPr>
      </p:pic>
      <p:pic>
        <p:nvPicPr>
          <p:cNvPr id="146" name="Picture 145">
            <a:extLst>
              <a:ext uri="{FF2B5EF4-FFF2-40B4-BE49-F238E27FC236}">
                <a16:creationId xmlns:a16="http://schemas.microsoft.com/office/drawing/2014/main" id="{1E127694-CB04-4394-88E1-0D173E808273}"/>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71063" y="1518775"/>
            <a:ext cx="365816" cy="365816"/>
          </a:xfrm>
          <a:prstGeom prst="rect">
            <a:avLst/>
          </a:prstGeom>
          <a:scene3d>
            <a:camera prst="orthographicFront">
              <a:rot lat="0" lon="0" rev="0"/>
            </a:camera>
            <a:lightRig rig="threePt" dir="t"/>
          </a:scene3d>
        </p:spPr>
      </p:pic>
      <p:pic>
        <p:nvPicPr>
          <p:cNvPr id="147" name="Picture 146">
            <a:extLst>
              <a:ext uri="{FF2B5EF4-FFF2-40B4-BE49-F238E27FC236}">
                <a16:creationId xmlns:a16="http://schemas.microsoft.com/office/drawing/2014/main" id="{7C33CD56-CCCB-40E1-84F7-6636672DCD5B}"/>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606880" y="2182634"/>
            <a:ext cx="365816" cy="365816"/>
          </a:xfrm>
          <a:prstGeom prst="rect">
            <a:avLst/>
          </a:prstGeom>
          <a:scene3d>
            <a:camera prst="orthographicFront">
              <a:rot lat="0" lon="0" rev="0"/>
            </a:camera>
            <a:lightRig rig="threePt" dir="t"/>
          </a:scene3d>
        </p:spPr>
      </p:pic>
      <p:pic>
        <p:nvPicPr>
          <p:cNvPr id="148" name="Picture 147">
            <a:extLst>
              <a:ext uri="{FF2B5EF4-FFF2-40B4-BE49-F238E27FC236}">
                <a16:creationId xmlns:a16="http://schemas.microsoft.com/office/drawing/2014/main" id="{98979666-D489-4280-ADFE-5A951BBF889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5641355" y="3145032"/>
            <a:ext cx="365816" cy="365816"/>
          </a:xfrm>
          <a:prstGeom prst="rect">
            <a:avLst/>
          </a:prstGeom>
          <a:scene3d>
            <a:camera prst="orthographicFront">
              <a:rot lat="0" lon="0" rev="0"/>
            </a:camera>
            <a:lightRig rig="threePt" dir="t"/>
          </a:scene3d>
        </p:spPr>
      </p:pic>
      <p:pic>
        <p:nvPicPr>
          <p:cNvPr id="149" name="Picture 148">
            <a:extLst>
              <a:ext uri="{FF2B5EF4-FFF2-40B4-BE49-F238E27FC236}">
                <a16:creationId xmlns:a16="http://schemas.microsoft.com/office/drawing/2014/main" id="{E5B1353A-C1EF-4AB0-9FEA-62B7358C4F2A}"/>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4014639" y="3877794"/>
            <a:ext cx="365816" cy="365816"/>
          </a:xfrm>
          <a:prstGeom prst="rect">
            <a:avLst/>
          </a:prstGeom>
          <a:scene3d>
            <a:camera prst="orthographicFront">
              <a:rot lat="0" lon="0" rev="0"/>
            </a:camera>
            <a:lightRig rig="threePt" dir="t"/>
          </a:scene3d>
        </p:spPr>
      </p:pic>
      <p:sp>
        <p:nvSpPr>
          <p:cNvPr id="150" name="Text Placeholder 14">
            <a:extLst>
              <a:ext uri="{FF2B5EF4-FFF2-40B4-BE49-F238E27FC236}">
                <a16:creationId xmlns:a16="http://schemas.microsoft.com/office/drawing/2014/main" id="{966432A7-F3D2-4BD6-AFE8-25EAF6CCF3DC}"/>
              </a:ext>
            </a:extLst>
          </p:cNvPr>
          <p:cNvSpPr>
            <a:spLocks noGrp="1"/>
          </p:cNvSpPr>
          <p:nvPr>
            <p:ph type="body" sz="quarter" idx="55" hasCustomPrompt="1"/>
          </p:nvPr>
        </p:nvSpPr>
        <p:spPr>
          <a:xfrm>
            <a:off x="4052675" y="2723156"/>
            <a:ext cx="1182772" cy="386646"/>
          </a:xfrm>
          <a:prstGeom prst="rect">
            <a:avLst/>
          </a:prstGeom>
        </p:spPr>
        <p:txBody>
          <a:bodyPr>
            <a:noAutofit/>
          </a:bodyPr>
          <a:lstStyle>
            <a:lvl1pPr marL="0" indent="0" algn="ctr">
              <a:buNone/>
              <a:defRPr sz="1100" b="1" baseline="0">
                <a:solidFill>
                  <a:srgbClr val="989898"/>
                </a:solidFill>
                <a:latin typeface="Proxima Nova Rg" pitchFamily="50" charset="0"/>
                <a:ea typeface="Roboto Cn" pitchFamily="2" charset="0"/>
              </a:defRPr>
            </a:lvl1pPr>
          </a:lstStyle>
          <a:p>
            <a:pPr lvl="0"/>
            <a:r>
              <a:rPr lang="en-IN" dirty="0"/>
              <a:t>INFOGRAPHIC </a:t>
            </a:r>
            <a:br>
              <a:rPr lang="en-IN" dirty="0"/>
            </a:br>
            <a:r>
              <a:rPr lang="en-IN" dirty="0"/>
              <a:t>TEMPLATE</a:t>
            </a:r>
          </a:p>
        </p:txBody>
      </p:sp>
      <p:sp>
        <p:nvSpPr>
          <p:cNvPr id="56" name="Rectangle 55">
            <a:extLst>
              <a:ext uri="{FF2B5EF4-FFF2-40B4-BE49-F238E27FC236}">
                <a16:creationId xmlns:a16="http://schemas.microsoft.com/office/drawing/2014/main" id="{6F353FB6-AAE4-CB41-BDE4-670BCBA98965}"/>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58" name="Title 11">
            <a:extLst>
              <a:ext uri="{FF2B5EF4-FFF2-40B4-BE49-F238E27FC236}">
                <a16:creationId xmlns:a16="http://schemas.microsoft.com/office/drawing/2014/main" id="{129AD187-3F06-B142-AE95-538A3E04D765}"/>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59" name="Picture 58">
            <a:extLst>
              <a:ext uri="{FF2B5EF4-FFF2-40B4-BE49-F238E27FC236}">
                <a16:creationId xmlns:a16="http://schemas.microsoft.com/office/drawing/2014/main" id="{6B944F7C-69EF-FC48-847F-BEF393C6B40F}"/>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2753332641"/>
      </p:ext>
    </p:extLst>
  </p:cSld>
  <p:clrMapOvr>
    <a:masterClrMapping/>
  </p:clrMapOvr>
  <p:extLst>
    <p:ext uri="{DCECCB84-F9BA-43D5-87BE-67443E8EF086}">
      <p15:sldGuideLst xmlns:p15="http://schemas.microsoft.com/office/powerpoint/2012/main">
        <p15:guide id="1" orient="horz" pos="395"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CAB3B546-51CB-4994-A9F1-8F1962DB7C80}"/>
              </a:ext>
            </a:extLst>
          </p:cNvPr>
          <p:cNvSpPr>
            <a:spLocks noGrp="1"/>
          </p:cNvSpPr>
          <p:nvPr>
            <p:ph type="dt" sz="half" idx="10"/>
          </p:nvPr>
        </p:nvSpPr>
        <p:spPr/>
        <p:txBody>
          <a:bodyPr/>
          <a:lstStyle/>
          <a:p>
            <a:fld id="{500D484D-755B-CC43-99C4-2BB0EB76FEF6}" type="datetime1">
              <a:rPr lang="en-IN" smtClean="0"/>
              <a:t>27-03-2021</a:t>
            </a:fld>
            <a:endParaRPr lang="en-IN"/>
          </a:p>
        </p:txBody>
      </p:sp>
      <p:sp>
        <p:nvSpPr>
          <p:cNvPr id="8"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p:txBody>
          <a:bodyPr/>
          <a:lstStyle/>
          <a:p>
            <a:fld id="{273EEA2F-D825-49D3-9C25-497F06EFD3F7}" type="slidenum">
              <a:rPr lang="en-IN" smtClean="0"/>
              <a:t>‹#›</a:t>
            </a:fld>
            <a:endParaRPr lang="en-IN"/>
          </a:p>
        </p:txBody>
      </p:sp>
      <p:sp>
        <p:nvSpPr>
          <p:cNvPr id="14" name="Text Placeholder 8">
            <a:extLst>
              <a:ext uri="{FF2B5EF4-FFF2-40B4-BE49-F238E27FC236}">
                <a16:creationId xmlns:a16="http://schemas.microsoft.com/office/drawing/2014/main" id="{8C99F4FE-101A-4013-A504-B6C2195E7126}"/>
              </a:ext>
            </a:extLst>
          </p:cNvPr>
          <p:cNvSpPr>
            <a:spLocks noGrp="1"/>
          </p:cNvSpPr>
          <p:nvPr>
            <p:ph type="body" sz="quarter" idx="15" hasCustomPrompt="1"/>
          </p:nvPr>
        </p:nvSpPr>
        <p:spPr>
          <a:xfrm>
            <a:off x="630238" y="1455738"/>
            <a:ext cx="2933700" cy="3060700"/>
          </a:xfrm>
          <a:prstGeom prst="rect">
            <a:avLst/>
          </a:prstGeom>
        </p:spPr>
        <p:txBody>
          <a:bodyPr anchor="t"/>
          <a:lstStyle>
            <a:lvl1pPr marL="0" indent="0" algn="l">
              <a:buNone/>
              <a:defRPr sz="1820" b="0">
                <a:solidFill>
                  <a:schemeClr val="tx1"/>
                </a:solidFill>
                <a:latin typeface="Proxima Nova Rg" panose="02000506030000020004" pitchFamily="50" charset="0"/>
              </a:defRPr>
            </a:lvl1pPr>
          </a:lstStyle>
          <a:p>
            <a:pPr lvl="0"/>
            <a:r>
              <a:rPr lang="en-IN" dirty="0"/>
              <a:t>Click to add text</a:t>
            </a:r>
          </a:p>
        </p:txBody>
      </p:sp>
      <p:sp>
        <p:nvSpPr>
          <p:cNvPr id="4" name="Chart Placeholder 3"/>
          <p:cNvSpPr>
            <a:spLocks noGrp="1"/>
          </p:cNvSpPr>
          <p:nvPr>
            <p:ph type="chart" sz="quarter" idx="16" hasCustomPrompt="1"/>
          </p:nvPr>
        </p:nvSpPr>
        <p:spPr>
          <a:xfrm>
            <a:off x="3676650" y="1466850"/>
            <a:ext cx="4845050" cy="3048000"/>
          </a:xfrm>
          <a:prstGeom prst="rect">
            <a:avLst/>
          </a:prstGeom>
        </p:spPr>
        <p:txBody>
          <a:bodyPr/>
          <a:lstStyle>
            <a:lvl1pPr marL="0" indent="0">
              <a:buNone/>
              <a:defRPr lang="en-IN" sz="1100" dirty="0">
                <a:latin typeface="Proxima Nova Rg" pitchFamily="50" charset="0"/>
              </a:defRPr>
            </a:lvl1pPr>
          </a:lstStyle>
          <a:p>
            <a:r>
              <a:rPr lang="en-IN" dirty="0"/>
              <a:t>Click to add chart</a:t>
            </a:r>
          </a:p>
        </p:txBody>
      </p:sp>
      <p:sp>
        <p:nvSpPr>
          <p:cNvPr id="7" name="Rectangle 6">
            <a:extLst>
              <a:ext uri="{FF2B5EF4-FFF2-40B4-BE49-F238E27FC236}">
                <a16:creationId xmlns:a16="http://schemas.microsoft.com/office/drawing/2014/main" id="{D16AFEDF-03EE-FC49-BE63-C7AA217320FB}"/>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0" name="Title 11">
            <a:extLst>
              <a:ext uri="{FF2B5EF4-FFF2-40B4-BE49-F238E27FC236}">
                <a16:creationId xmlns:a16="http://schemas.microsoft.com/office/drawing/2014/main" id="{F1952F7C-711F-D049-A96D-6BBF6CD0BC64}"/>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11" name="Picture 10">
            <a:extLst>
              <a:ext uri="{FF2B5EF4-FFF2-40B4-BE49-F238E27FC236}">
                <a16:creationId xmlns:a16="http://schemas.microsoft.com/office/drawing/2014/main" id="{EB70C7B4-4F41-D048-8244-D5BA9C5BD0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1351642401"/>
      </p:ext>
    </p:extLst>
  </p:cSld>
  <p:clrMapOvr>
    <a:masterClrMapping/>
  </p:clrMapOvr>
  <p:extLst>
    <p:ext uri="{DCECCB84-F9BA-43D5-87BE-67443E8EF086}">
      <p15:sldGuideLst xmlns:p15="http://schemas.microsoft.com/office/powerpoint/2012/main">
        <p15:guide id="5" orient="horz" pos="395" userDrawn="1">
          <p15:clr>
            <a:srgbClr val="FBAE40"/>
          </p15:clr>
        </p15:guide>
        <p15:guide id="6" pos="2245" userDrawn="1">
          <p15:clr>
            <a:srgbClr val="FBAE40"/>
          </p15:clr>
        </p15:guide>
        <p15:guide id="7" orient="horz" pos="917" userDrawn="1">
          <p15:clr>
            <a:srgbClr val="FBAE40"/>
          </p15:clr>
        </p15:guide>
        <p15:guide id="8" orient="horz" pos="2845"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Divider">
  <p:cSld name="2_Divider">
    <p:spTree>
      <p:nvGrpSpPr>
        <p:cNvPr id="1" name="Shape 17"/>
        <p:cNvGrpSpPr/>
        <p:nvPr/>
      </p:nvGrpSpPr>
      <p:grpSpPr>
        <a:xfrm>
          <a:off x="0" y="0"/>
          <a:ext cx="0" cy="0"/>
          <a:chOff x="0" y="0"/>
          <a:chExt cx="0" cy="0"/>
        </a:xfrm>
      </p:grpSpPr>
      <p:sp>
        <p:nvSpPr>
          <p:cNvPr id="18" name="Google Shape;18;p3"/>
          <p:cNvSpPr>
            <a:spLocks noGrp="1"/>
          </p:cNvSpPr>
          <p:nvPr>
            <p:ph type="pic" idx="2"/>
          </p:nvPr>
        </p:nvSpPr>
        <p:spPr>
          <a:xfrm>
            <a:off x="0" y="0"/>
            <a:ext cx="9144000" cy="5143500"/>
          </a:xfrm>
          <a:prstGeom prst="rect">
            <a:avLst/>
          </a:prstGeom>
          <a:noFill/>
          <a:ln>
            <a:noFill/>
          </a:ln>
        </p:spPr>
        <p:txBody>
          <a:bodyPr spcFirstLastPara="1" wrap="square" lIns="91425" tIns="45700" rIns="91425" bIns="45700" anchor="t" anchorCtr="0"/>
          <a:lstStyle>
            <a:lvl1pPr marR="0" lvl="0" algn="l" rtl="0">
              <a:lnSpc>
                <a:spcPct val="90000"/>
              </a:lnSpc>
              <a:spcBef>
                <a:spcPts val="750"/>
              </a:spcBef>
              <a:spcAft>
                <a:spcPts val="0"/>
              </a:spcAft>
              <a:buClr>
                <a:schemeClr val="dk1"/>
              </a:buClr>
              <a:buSzPts val="900"/>
              <a:buFont typeface="Arial"/>
              <a:buNone/>
              <a:defRPr sz="900" b="0" i="0" u="none" strike="noStrike" cap="none">
                <a:solidFill>
                  <a:schemeClr val="dk1"/>
                </a:solidFill>
                <a:latin typeface="Proxima Nova"/>
                <a:ea typeface="Proxima Nova"/>
                <a:cs typeface="Proxima Nova"/>
                <a:sym typeface="Proxima Nova"/>
              </a:defRPr>
            </a:lvl1pPr>
            <a:lvl2pPr marR="0" lvl="1"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825AC8A-E3E4-AB4D-AABE-2AF883CEDDEB}" type="datetime1">
              <a:rPr lang="en-IN" smtClean="0"/>
              <a:t>27-03-2021</a:t>
            </a:fld>
            <a:endParaRPr/>
          </a:p>
        </p:txBody>
      </p:sp>
      <p:sp>
        <p:nvSpPr>
          <p:cNvPr id="20" name="Google Shape;20;p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1" name="Google Shape;21;p3"/>
          <p:cNvPicPr preferRelativeResize="0"/>
          <p:nvPr/>
        </p:nvPicPr>
        <p:blipFill rotWithShape="1">
          <a:blip r:embed="rId2">
            <a:alphaModFix/>
          </a:blip>
          <a:srcRect/>
          <a:stretch/>
        </p:blipFill>
        <p:spPr>
          <a:xfrm>
            <a:off x="628650" y="546100"/>
            <a:ext cx="3259769" cy="4033989"/>
          </a:xfrm>
          <a:prstGeom prst="rect">
            <a:avLst/>
          </a:prstGeom>
          <a:noFill/>
          <a:ln>
            <a:noFill/>
          </a:ln>
        </p:spPr>
      </p:pic>
      <p:sp>
        <p:nvSpPr>
          <p:cNvPr id="22" name="Google Shape;22;p3"/>
          <p:cNvSpPr txBox="1"/>
          <p:nvPr/>
        </p:nvSpPr>
        <p:spPr>
          <a:xfrm>
            <a:off x="971550" y="1260629"/>
            <a:ext cx="2552886" cy="15802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400"/>
              <a:buFont typeface="Arial"/>
              <a:buNone/>
            </a:pPr>
            <a:r>
              <a:rPr lang="en-IN" sz="1400" b="0" i="0" u="none" strike="noStrike" cap="none">
                <a:solidFill>
                  <a:schemeClr val="lt1"/>
                </a:solidFill>
                <a:latin typeface="Proxima Nova"/>
                <a:ea typeface="Proxima Nova"/>
                <a:cs typeface="Proxima Nova"/>
                <a:sym typeface="Proxima Nova"/>
              </a:rPr>
              <a:t>Edit Master text styles</a:t>
            </a:r>
            <a:endParaRPr/>
          </a:p>
        </p:txBody>
      </p:sp>
      <p:pic>
        <p:nvPicPr>
          <p:cNvPr id="23" name="Google Shape;23;p3"/>
          <p:cNvPicPr preferRelativeResize="0"/>
          <p:nvPr/>
        </p:nvPicPr>
        <p:blipFill rotWithShape="1">
          <a:blip r:embed="rId2">
            <a:alphaModFix/>
          </a:blip>
          <a:srcRect/>
          <a:stretch/>
        </p:blipFill>
        <p:spPr>
          <a:xfrm>
            <a:off x="628650" y="546100"/>
            <a:ext cx="3259769" cy="4033989"/>
          </a:xfrm>
          <a:prstGeom prst="rect">
            <a:avLst/>
          </a:prstGeom>
          <a:noFill/>
          <a:ln>
            <a:noFill/>
          </a:ln>
        </p:spPr>
      </p:pic>
      <p:sp>
        <p:nvSpPr>
          <p:cNvPr id="24" name="Google Shape;24;p3"/>
          <p:cNvSpPr txBox="1"/>
          <p:nvPr/>
        </p:nvSpPr>
        <p:spPr>
          <a:xfrm>
            <a:off x="971550" y="1260629"/>
            <a:ext cx="2552886" cy="158022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400"/>
              <a:buFont typeface="Arial"/>
              <a:buNone/>
            </a:pPr>
            <a:r>
              <a:rPr lang="en-IN" sz="1400" b="0" i="0" u="none" strike="noStrike" cap="none">
                <a:solidFill>
                  <a:schemeClr val="lt1"/>
                </a:solidFill>
                <a:latin typeface="Proxima Nova"/>
                <a:ea typeface="Proxima Nova"/>
                <a:cs typeface="Proxima Nova"/>
                <a:sym typeface="Proxima Nova"/>
              </a:rPr>
              <a:t>Edit Master text styles</a:t>
            </a:r>
            <a:endParaRPr/>
          </a:p>
        </p:txBody>
      </p:sp>
    </p:spTree>
    <p:extLst>
      <p:ext uri="{BB962C8B-B14F-4D97-AF65-F5344CB8AC3E}">
        <p14:creationId xmlns:p14="http://schemas.microsoft.com/office/powerpoint/2010/main" val="3751089565"/>
      </p:ext>
    </p:extLst>
  </p:cSld>
  <p:clrMapOvr>
    <a:masterClrMapping/>
  </p:clrMapOvr>
  <p:extLst>
    <p:ext uri="{DCECCB84-F9BA-43D5-87BE-67443E8EF086}">
      <p15:sldGuideLst xmlns:p15="http://schemas.microsoft.com/office/powerpoint/2012/main">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2 Line 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E6D2E29-3933-614D-82C7-D215195ADAE0}" type="datetime1">
              <a:rPr lang="en-IN" smtClean="0"/>
              <a:t>27-03-2021</a:t>
            </a:fld>
            <a:endParaRPr lang="en-IN"/>
          </a:p>
        </p:txBody>
      </p:sp>
      <p:sp>
        <p:nvSpPr>
          <p:cNvPr id="6" name="Slide Number Placeholder 5"/>
          <p:cNvSpPr>
            <a:spLocks noGrp="1"/>
          </p:cNvSpPr>
          <p:nvPr>
            <p:ph type="sldNum" sz="quarter" idx="12"/>
          </p:nvPr>
        </p:nvSpPr>
        <p:spPr/>
        <p:txBody>
          <a:bodyPr/>
          <a:lstStyle/>
          <a:p>
            <a:fld id="{273EEA2F-D825-49D3-9C25-497F06EFD3F7}" type="slidenum">
              <a:rPr lang="en-IN" smtClean="0"/>
              <a:t>‹#›</a:t>
            </a:fld>
            <a:endParaRPr lang="en-IN"/>
          </a:p>
        </p:txBody>
      </p:sp>
      <p:sp>
        <p:nvSpPr>
          <p:cNvPr id="11" name="Text Placeholder 2">
            <a:extLst>
              <a:ext uri="{FF2B5EF4-FFF2-40B4-BE49-F238E27FC236}">
                <a16:creationId xmlns:a16="http://schemas.microsoft.com/office/drawing/2014/main" id="{57C4AE0F-0222-463A-BC9B-64E5CB81DFDB}"/>
              </a:ext>
            </a:extLst>
          </p:cNvPr>
          <p:cNvSpPr>
            <a:spLocks noGrp="1"/>
          </p:cNvSpPr>
          <p:nvPr>
            <p:ph idx="15" hasCustomPrompt="1"/>
          </p:nvPr>
        </p:nvSpPr>
        <p:spPr>
          <a:xfrm>
            <a:off x="3303588" y="1816100"/>
            <a:ext cx="5265737" cy="2619375"/>
          </a:xfrm>
          <a:prstGeom prst="rect">
            <a:avLst/>
          </a:prstGeom>
        </p:spPr>
        <p:txBody>
          <a:bodyPr vert="horz" lIns="91440" tIns="45720" rIns="91440" bIns="45720" rtlCol="0">
            <a:noAutofit/>
          </a:bodyPr>
          <a:lstStyle>
            <a:lvl1pPr marL="0" indent="0" algn="ctr">
              <a:buNone/>
              <a:defRPr sz="1800" b="0">
                <a:latin typeface="Proxima Nova Rg" panose="02000506030000020004" pitchFamily="50" charset="0"/>
              </a:defRPr>
            </a:lvl1pPr>
          </a:lstStyle>
          <a:p>
            <a:pPr lvl="0"/>
            <a:r>
              <a:rPr lang="en-US" dirty="0"/>
              <a:t>Click to add text</a:t>
            </a:r>
          </a:p>
        </p:txBody>
      </p:sp>
      <p:sp>
        <p:nvSpPr>
          <p:cNvPr id="12" name="Rectangle 11">
            <a:extLst>
              <a:ext uri="{FF2B5EF4-FFF2-40B4-BE49-F238E27FC236}">
                <a16:creationId xmlns:a16="http://schemas.microsoft.com/office/drawing/2014/main" id="{7BC9426B-1D3C-A648-8F96-E6F93EA9AE4A}"/>
              </a:ext>
            </a:extLst>
          </p:cNvPr>
          <p:cNvSpPr/>
          <p:nvPr userDrawn="1"/>
        </p:nvSpPr>
        <p:spPr>
          <a:xfrm>
            <a:off x="0" y="0"/>
            <a:ext cx="9144000" cy="636862"/>
          </a:xfrm>
          <a:prstGeom prst="rect">
            <a:avLst/>
          </a:prstGeom>
          <a:solidFill>
            <a:srgbClr val="F533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13" dirty="0"/>
          </a:p>
        </p:txBody>
      </p:sp>
      <p:sp>
        <p:nvSpPr>
          <p:cNvPr id="14" name="Title 11">
            <a:extLst>
              <a:ext uri="{FF2B5EF4-FFF2-40B4-BE49-F238E27FC236}">
                <a16:creationId xmlns:a16="http://schemas.microsoft.com/office/drawing/2014/main" id="{8BDD3B13-3839-F74C-B2C5-2A176DC3476B}"/>
              </a:ext>
            </a:extLst>
          </p:cNvPr>
          <p:cNvSpPr>
            <a:spLocks noGrp="1"/>
          </p:cNvSpPr>
          <p:nvPr>
            <p:ph type="title" hasCustomPrompt="1"/>
          </p:nvPr>
        </p:nvSpPr>
        <p:spPr>
          <a:xfrm>
            <a:off x="316679" y="121966"/>
            <a:ext cx="3735903" cy="382564"/>
          </a:xfrm>
        </p:spPr>
        <p:txBody>
          <a:bodyPr>
            <a:noAutofit/>
          </a:bodyPr>
          <a:lstStyle>
            <a:lvl1pPr>
              <a:defRPr sz="2400" b="0" i="0">
                <a:solidFill>
                  <a:schemeClr val="bg1"/>
                </a:solidFill>
                <a:latin typeface="Proxima Nova" panose="02000506030000020004" pitchFamily="2" charset="0"/>
              </a:defRPr>
            </a:lvl1pPr>
          </a:lstStyle>
          <a:p>
            <a:r>
              <a:rPr lang="en-US" dirty="0"/>
              <a:t>Click to add title</a:t>
            </a:r>
            <a:endParaRPr lang="en-IN" dirty="0"/>
          </a:p>
        </p:txBody>
      </p:sp>
      <p:pic>
        <p:nvPicPr>
          <p:cNvPr id="15" name="Picture 14">
            <a:extLst>
              <a:ext uri="{FF2B5EF4-FFF2-40B4-BE49-F238E27FC236}">
                <a16:creationId xmlns:a16="http://schemas.microsoft.com/office/drawing/2014/main" id="{BA52BC07-1C5A-2748-A833-73EA6AF24A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29288" y="210064"/>
            <a:ext cx="813630" cy="217218"/>
          </a:xfrm>
          <a:prstGeom prst="rect">
            <a:avLst/>
          </a:prstGeom>
        </p:spPr>
      </p:pic>
    </p:spTree>
    <p:extLst>
      <p:ext uri="{BB962C8B-B14F-4D97-AF65-F5344CB8AC3E}">
        <p14:creationId xmlns:p14="http://schemas.microsoft.com/office/powerpoint/2010/main" val="793604851"/>
      </p:ext>
    </p:extLst>
  </p:cSld>
  <p:clrMapOvr>
    <a:masterClrMapping/>
  </p:clrMapOvr>
  <p:extLst>
    <p:ext uri="{DCECCB84-F9BA-43D5-87BE-67443E8EF086}">
      <p15:sldGuideLst xmlns:p15="http://schemas.microsoft.com/office/powerpoint/2012/main">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0238" y="544498"/>
            <a:ext cx="6196824" cy="569927"/>
          </a:xfrm>
          <a:prstGeom prst="rect">
            <a:avLst/>
          </a:prstGeom>
        </p:spPr>
        <p:txBody>
          <a:bodyPr vert="horz" lIns="91440" tIns="45720" rIns="91440" bIns="45720" rtlCol="0" anchor="ctr">
            <a:normAutofit/>
          </a:bodyPr>
          <a:lstStyle/>
          <a:p>
            <a:r>
              <a:rPr lang="en-US" dirty="0"/>
              <a:t>Click to add title</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latin typeface="Proxima Nova Rg" panose="02000506030000020004" pitchFamily="50" charset="0"/>
              </a:defRPr>
            </a:lvl1pPr>
          </a:lstStyle>
          <a:p>
            <a:fld id="{6E6F5B52-1A05-484E-BE74-C10EC951FF81}" type="datetime1">
              <a:rPr lang="en-IN" smtClean="0"/>
              <a:t>27-03-2021</a:t>
            </a:fld>
            <a:endParaRPr lang="en-IN"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latin typeface="Proxima Nova Rg" panose="02000506030000020004" pitchFamily="50" charset="0"/>
              </a:defRPr>
            </a:lvl1pPr>
          </a:lstStyle>
          <a:p>
            <a:fld id="{273EEA2F-D825-49D3-9C25-497F06EFD3F7}" type="slidenum">
              <a:rPr lang="en-IN" smtClean="0"/>
              <a:pPr/>
              <a:t>‹#›</a:t>
            </a:fld>
            <a:endParaRPr lang="en-IN" dirty="0"/>
          </a:p>
        </p:txBody>
      </p:sp>
      <p:pic>
        <p:nvPicPr>
          <p:cNvPr id="7" name="Picture 6">
            <a:extLst>
              <a:ext uri="{FF2B5EF4-FFF2-40B4-BE49-F238E27FC236}">
                <a16:creationId xmlns:a16="http://schemas.microsoft.com/office/drawing/2014/main" id="{D3333836-CD3B-4BE8-AAF1-88EE59E38E23}"/>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7929762" y="209484"/>
            <a:ext cx="814046" cy="217219"/>
          </a:xfrm>
          <a:prstGeom prst="rect">
            <a:avLst/>
          </a:prstGeom>
        </p:spPr>
      </p:pic>
    </p:spTree>
    <p:extLst>
      <p:ext uri="{BB962C8B-B14F-4D97-AF65-F5344CB8AC3E}">
        <p14:creationId xmlns:p14="http://schemas.microsoft.com/office/powerpoint/2010/main" val="3969708414"/>
      </p:ext>
    </p:extLst>
  </p:cSld>
  <p:clrMap bg1="lt1" tx1="dk1" bg2="lt2" tx2="dk2" accent1="accent1" accent2="accent2" accent3="accent3" accent4="accent4" accent5="accent5" accent6="accent6" hlink="hlink" folHlink="folHlink"/>
  <p:sldLayoutIdLst>
    <p:sldLayoutId id="2147483718" r:id="rId1"/>
    <p:sldLayoutId id="2147483699" r:id="rId2"/>
    <p:sldLayoutId id="2147483700" r:id="rId3"/>
    <p:sldLayoutId id="2147483701" r:id="rId4"/>
    <p:sldLayoutId id="2147483702" r:id="rId5"/>
    <p:sldLayoutId id="2147483703" r:id="rId6"/>
    <p:sldLayoutId id="2147483704" r:id="rId7"/>
    <p:sldLayoutId id="2147483706" r:id="rId8"/>
    <p:sldLayoutId id="2147483708" r:id="rId9"/>
    <p:sldLayoutId id="2147483710" r:id="rId10"/>
    <p:sldLayoutId id="2147483711" r:id="rId11"/>
    <p:sldLayoutId id="2147483713" r:id="rId12"/>
    <p:sldLayoutId id="2147483712" r:id="rId13"/>
    <p:sldLayoutId id="2147483714" r:id="rId14"/>
    <p:sldLayoutId id="2147483715" r:id="rId15"/>
    <p:sldLayoutId id="2147483716" r:id="rId16"/>
    <p:sldLayoutId id="2147483717" r:id="rId17"/>
    <p:sldLayoutId id="2147483722" r:id="rId18"/>
    <p:sldLayoutId id="2147483723" r:id="rId19"/>
  </p:sldLayoutIdLst>
  <p:hf hdr="0"/>
  <p:txStyles>
    <p:titleStyle>
      <a:lvl1pPr algn="l" defTabSz="685800" rtl="0" eaLnBrk="1" latinLnBrk="0" hangingPunct="1">
        <a:lnSpc>
          <a:spcPct val="90000"/>
        </a:lnSpc>
        <a:spcBef>
          <a:spcPct val="0"/>
        </a:spcBef>
        <a:buNone/>
        <a:defRPr sz="3600" kern="1200">
          <a:solidFill>
            <a:schemeClr val="tx1"/>
          </a:solidFill>
          <a:latin typeface="Neue Plak" panose="020B0804030202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learn.upgrad.com/v/course/587/session/72516/segment/406262" TargetMode="External"/><Relationship Id="rId1" Type="http://schemas.openxmlformats.org/officeDocument/2006/relationships/slideLayout" Target="../slideLayouts/slideLayout1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hyperlink" Target="https://www.analyticsvidhya.com/wp-content/uploads/2015/02/Data_exploration_4.png" TargetMode="External"/><Relationship Id="rId2" Type="http://schemas.openxmlformats.org/officeDocument/2006/relationships/image" Target="../media/image43.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44.gif"/><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DE9150F-F03E-BF4B-BE66-299E7500C2AC}"/>
              </a:ext>
            </a:extLst>
          </p:cNvPr>
          <p:cNvSpPr txBox="1">
            <a:spLocks/>
          </p:cNvSpPr>
          <p:nvPr/>
        </p:nvSpPr>
        <p:spPr>
          <a:xfrm>
            <a:off x="555037" y="2114911"/>
            <a:ext cx="5775426" cy="1171985"/>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Neue Plak" panose="020B0804030202020204" pitchFamily="34" charset="0"/>
                <a:ea typeface="+mj-ea"/>
                <a:cs typeface="+mj-cs"/>
              </a:defRPr>
            </a:lvl1pPr>
          </a:lstStyle>
          <a:p>
            <a:pPr algn="l"/>
            <a:r>
              <a:rPr lang="en-US" sz="3200" dirty="0">
                <a:latin typeface="Proxima Nova Light" panose="02000506030000020004" pitchFamily="2" charset="77"/>
              </a:rPr>
              <a:t>Investment Pre-assignment </a:t>
            </a:r>
          </a:p>
          <a:p>
            <a:pPr algn="l"/>
            <a:r>
              <a:rPr lang="en-US" sz="3200" dirty="0">
                <a:latin typeface="Proxima Nova Light" panose="02000506030000020004" pitchFamily="2" charset="77"/>
              </a:rPr>
              <a:t>Live Session</a:t>
            </a:r>
            <a:endParaRPr lang="en-IN" sz="3200" dirty="0">
              <a:latin typeface="Proxima Nova Light" panose="02000506030000020004" pitchFamily="2" charset="77"/>
            </a:endParaRPr>
          </a:p>
        </p:txBody>
      </p:sp>
      <p:pic>
        <p:nvPicPr>
          <p:cNvPr id="4" name="Picture 3">
            <a:extLst>
              <a:ext uri="{FF2B5EF4-FFF2-40B4-BE49-F238E27FC236}">
                <a16:creationId xmlns:a16="http://schemas.microsoft.com/office/drawing/2014/main" id="{19D61CDC-9A94-4E56-8E69-4DD523DCC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2370" y="0"/>
            <a:ext cx="1356542" cy="1577482"/>
          </a:xfrm>
          <a:prstGeom prst="rect">
            <a:avLst/>
          </a:prstGeom>
        </p:spPr>
      </p:pic>
      <p:sp>
        <p:nvSpPr>
          <p:cNvPr id="9" name="Text Placeholder 2">
            <a:extLst>
              <a:ext uri="{FF2B5EF4-FFF2-40B4-BE49-F238E27FC236}">
                <a16:creationId xmlns:a16="http://schemas.microsoft.com/office/drawing/2014/main" id="{675E4F9E-AA57-419B-B42E-F9560AF44A43}"/>
              </a:ext>
            </a:extLst>
          </p:cNvPr>
          <p:cNvSpPr txBox="1">
            <a:spLocks/>
          </p:cNvSpPr>
          <p:nvPr/>
        </p:nvSpPr>
        <p:spPr>
          <a:xfrm>
            <a:off x="1157111" y="716037"/>
            <a:ext cx="4967464" cy="131112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28" kern="1200">
                <a:solidFill>
                  <a:schemeClr val="tx1"/>
                </a:solidFill>
                <a:latin typeface="Proxima Nova Rg" panose="02000506030000020004" pitchFamily="50" charset="0"/>
                <a:ea typeface="+mn-ea"/>
                <a:cs typeface="+mn-cs"/>
              </a:defRPr>
            </a:lvl1pPr>
            <a:lvl2pPr marL="457200" indent="0" algn="l" defTabSz="914400" rtl="0" eaLnBrk="1" latinLnBrk="0" hangingPunct="1">
              <a:lnSpc>
                <a:spcPct val="90000"/>
              </a:lnSpc>
              <a:spcBef>
                <a:spcPts val="500"/>
              </a:spcBef>
              <a:buFontTx/>
              <a:buNone/>
              <a:defRPr sz="1620" b="1" kern="1200">
                <a:solidFill>
                  <a:schemeClr val="tx1"/>
                </a:solidFill>
                <a:latin typeface="Proxima Nova Rg" panose="02000506030000020004" pitchFamily="50" charset="0"/>
                <a:ea typeface="+mn-ea"/>
                <a:cs typeface="+mn-cs"/>
              </a:defRPr>
            </a:lvl2pPr>
            <a:lvl3pPr marL="914400" indent="0" algn="l" defTabSz="914400" rtl="0" eaLnBrk="1" latinLnBrk="0" hangingPunct="1">
              <a:lnSpc>
                <a:spcPct val="90000"/>
              </a:lnSpc>
              <a:spcBef>
                <a:spcPts val="500"/>
              </a:spcBef>
              <a:buFontTx/>
              <a:buNone/>
              <a:defRPr sz="125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dirty="0">
              <a:solidFill>
                <a:schemeClr val="bg1"/>
              </a:solidFill>
            </a:endParaRPr>
          </a:p>
          <a:p>
            <a:r>
              <a:rPr lang="en-US" sz="1400" i="1" dirty="0"/>
              <a:t>    #LifeKoKaroLift</a:t>
            </a:r>
          </a:p>
        </p:txBody>
      </p:sp>
      <p:sp>
        <p:nvSpPr>
          <p:cNvPr id="2" name="Date Placeholder 1"/>
          <p:cNvSpPr>
            <a:spLocks noGrp="1"/>
          </p:cNvSpPr>
          <p:nvPr>
            <p:ph type="dt" sz="half" idx="10"/>
          </p:nvPr>
        </p:nvSpPr>
        <p:spPr/>
        <p:txBody>
          <a:bodyPr/>
          <a:lstStyle/>
          <a:p>
            <a:fld id="{330D92EB-81BB-3B43-94C7-8FE4C43F772A}" type="datetime1">
              <a:rPr lang="en-IN" smtClean="0"/>
              <a:t>27-03-2021</a:t>
            </a:fld>
            <a:endParaRPr lang="en-IN" dirty="0"/>
          </a:p>
        </p:txBody>
      </p:sp>
      <p:sp>
        <p:nvSpPr>
          <p:cNvPr id="3" name="Slide Number Placeholder 2"/>
          <p:cNvSpPr>
            <a:spLocks noGrp="1"/>
          </p:cNvSpPr>
          <p:nvPr>
            <p:ph type="sldNum" sz="quarter" idx="12"/>
          </p:nvPr>
        </p:nvSpPr>
        <p:spPr/>
        <p:txBody>
          <a:bodyPr/>
          <a:lstStyle/>
          <a:p>
            <a:fld id="{273EEA2F-D825-49D3-9C25-497F06EFD3F7}" type="slidenum">
              <a:rPr lang="en-IN" smtClean="0"/>
              <a:pPr/>
              <a:t>1</a:t>
            </a:fld>
            <a:endParaRPr lang="en-IN" dirty="0"/>
          </a:p>
        </p:txBody>
      </p:sp>
    </p:spTree>
    <p:extLst>
      <p:ext uri="{BB962C8B-B14F-4D97-AF65-F5344CB8AC3E}">
        <p14:creationId xmlns:p14="http://schemas.microsoft.com/office/powerpoint/2010/main" val="2541009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7" name="Google Shape;397;p24"/>
          <p:cNvPicPr preferRelativeResize="0">
            <a:picLocks noGrp="1"/>
          </p:cNvPicPr>
          <p:nvPr>
            <p:ph type="pic" idx="2"/>
          </p:nvPr>
        </p:nvPicPr>
        <p:blipFill rotWithShape="1">
          <a:blip r:embed="rId3">
            <a:alphaModFix/>
          </a:blip>
          <a:srcRect t="7698" b="7698"/>
          <a:stretch/>
        </p:blipFill>
        <p:spPr>
          <a:xfrm>
            <a:off x="0" y="-11"/>
            <a:ext cx="9144000" cy="5143500"/>
          </a:xfrm>
          <a:prstGeom prst="rect">
            <a:avLst/>
          </a:prstGeom>
          <a:noFill/>
          <a:ln>
            <a:noFill/>
          </a:ln>
        </p:spPr>
      </p:pic>
      <p:sp>
        <p:nvSpPr>
          <p:cNvPr id="398" name="Google Shape;398;p24"/>
          <p:cNvSpPr txBox="1">
            <a:spLocks noGrp="1"/>
          </p:cNvSpPr>
          <p:nvPr>
            <p:ph type="dt" idx="10"/>
          </p:nvPr>
        </p:nvSpPr>
        <p:spPr>
          <a:xfrm>
            <a:off x="638175" y="4767263"/>
            <a:ext cx="2057400"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6C36027-EA19-5546-BD93-2BE9B7E2B92B}" type="datetime1">
              <a:rPr lang="en-IN" sz="900" smtClean="0">
                <a:solidFill>
                  <a:srgbClr val="E72D3F"/>
                </a:solidFill>
                <a:latin typeface="Proxima Nova"/>
                <a:ea typeface="Proxima Nova"/>
                <a:cs typeface="Proxima Nova"/>
                <a:sym typeface="Proxima Nova"/>
              </a:rPr>
              <a:t>27-03-2021</a:t>
            </a:fld>
            <a:endParaRPr sz="900">
              <a:solidFill>
                <a:srgbClr val="E72D3F"/>
              </a:solidFill>
              <a:latin typeface="Proxima Nova"/>
              <a:ea typeface="Proxima Nova"/>
              <a:cs typeface="Proxima Nova"/>
              <a:sym typeface="Proxima Nova"/>
            </a:endParaRPr>
          </a:p>
        </p:txBody>
      </p:sp>
      <p:sp>
        <p:nvSpPr>
          <p:cNvPr id="399" name="Google Shape;399;p24"/>
          <p:cNvSpPr txBox="1">
            <a:spLocks noGrp="1"/>
          </p:cNvSpPr>
          <p:nvPr>
            <p:ph type="sldNum" idx="12"/>
          </p:nvPr>
        </p:nvSpPr>
        <p:spPr>
          <a:xfrm>
            <a:off x="6467475" y="4767263"/>
            <a:ext cx="2057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solidFill>
                  <a:srgbClr val="E72D3F"/>
                </a:solidFill>
                <a:latin typeface="Proxima Nova"/>
                <a:ea typeface="Proxima Nova"/>
                <a:cs typeface="Proxima Nova"/>
                <a:sym typeface="Proxima Nova"/>
              </a:rPr>
              <a:t>2</a:t>
            </a:fld>
            <a:endParaRPr sz="900">
              <a:solidFill>
                <a:srgbClr val="E72D3F"/>
              </a:solidFill>
              <a:latin typeface="Proxima Nova"/>
              <a:ea typeface="Proxima Nova"/>
              <a:cs typeface="Proxima Nova"/>
              <a:sym typeface="Proxima Nova"/>
            </a:endParaRPr>
          </a:p>
        </p:txBody>
      </p:sp>
      <p:pic>
        <p:nvPicPr>
          <p:cNvPr id="400" name="Google Shape;400;p24"/>
          <p:cNvPicPr preferRelativeResize="0"/>
          <p:nvPr/>
        </p:nvPicPr>
        <p:blipFill rotWithShape="1">
          <a:blip r:embed="rId4">
            <a:alphaModFix/>
          </a:blip>
          <a:srcRect/>
          <a:stretch/>
        </p:blipFill>
        <p:spPr>
          <a:xfrm>
            <a:off x="635171" y="0"/>
            <a:ext cx="3259769" cy="4041775"/>
          </a:xfrm>
          <a:prstGeom prst="rect">
            <a:avLst/>
          </a:prstGeom>
          <a:noFill/>
          <a:ln>
            <a:noFill/>
          </a:ln>
        </p:spPr>
      </p:pic>
      <p:sp>
        <p:nvSpPr>
          <p:cNvPr id="401" name="Google Shape;401;p24"/>
          <p:cNvSpPr txBox="1"/>
          <p:nvPr/>
        </p:nvSpPr>
        <p:spPr>
          <a:xfrm>
            <a:off x="635172" y="1063036"/>
            <a:ext cx="3259769" cy="1138297"/>
          </a:xfrm>
          <a:prstGeom prst="rect">
            <a:avLst/>
          </a:prstGeom>
          <a:noFill/>
          <a:ln>
            <a:noFill/>
          </a:ln>
        </p:spPr>
        <p:txBody>
          <a:bodyPr spcFirstLastPara="1" wrap="square" lIns="91425" tIns="45700" rIns="91425" bIns="45700" anchor="t" anchorCtr="0">
            <a:noAutofit/>
          </a:bodyPr>
          <a:lstStyle/>
          <a:p>
            <a:pPr marL="0" marR="0" lvl="0" indent="0" rtl="0">
              <a:lnSpc>
                <a:spcPct val="90000"/>
              </a:lnSpc>
              <a:spcBef>
                <a:spcPts val="0"/>
              </a:spcBef>
              <a:spcAft>
                <a:spcPts val="0"/>
              </a:spcAft>
              <a:buClr>
                <a:srgbClr val="000000"/>
              </a:buClr>
              <a:buSzPts val="1800"/>
              <a:buFont typeface="Arial"/>
              <a:buNone/>
            </a:pPr>
            <a:r>
              <a:rPr lang="en-IN" sz="1200" b="1" i="0" u="none" strike="noStrike" cap="none" dirty="0">
                <a:solidFill>
                  <a:srgbClr val="FFFFFF"/>
                </a:solidFill>
                <a:latin typeface="Proxima Nova"/>
                <a:ea typeface="Proxima Nova"/>
                <a:cs typeface="Proxima Nova"/>
                <a:sym typeface="Proxima Nova"/>
              </a:rPr>
              <a:t>Course :</a:t>
            </a:r>
            <a:r>
              <a:rPr lang="en-IN" sz="1200" b="0" i="0" u="none" strike="noStrike" cap="none" dirty="0">
                <a:solidFill>
                  <a:schemeClr val="lt1"/>
                </a:solidFill>
                <a:latin typeface="Proxima Nova"/>
                <a:ea typeface="Proxima Nova"/>
                <a:cs typeface="Proxima Nova"/>
                <a:sym typeface="Proxima Nova"/>
              </a:rPr>
              <a:t> Machine Learning</a:t>
            </a:r>
            <a:endParaRPr sz="1200" dirty="0"/>
          </a:p>
          <a:p>
            <a:pPr lvl="0">
              <a:lnSpc>
                <a:spcPct val="90000"/>
              </a:lnSpc>
              <a:spcBef>
                <a:spcPts val="1000"/>
              </a:spcBef>
              <a:buClr>
                <a:srgbClr val="000000"/>
              </a:buClr>
              <a:buSzPts val="1800"/>
            </a:pPr>
            <a:r>
              <a:rPr lang="en-IN" sz="1200" b="1" i="0" u="none" strike="noStrike" cap="none" dirty="0">
                <a:solidFill>
                  <a:srgbClr val="FFFFFF"/>
                </a:solidFill>
                <a:latin typeface="Proxima Nova"/>
                <a:ea typeface="Proxima Nova"/>
                <a:cs typeface="Proxima Nova"/>
                <a:sym typeface="Proxima Nova"/>
              </a:rPr>
              <a:t>Lecture </a:t>
            </a:r>
            <a:r>
              <a:rPr lang="en-IN" sz="1200" b="1" dirty="0">
                <a:solidFill>
                  <a:srgbClr val="FFFFFF"/>
                </a:solidFill>
                <a:latin typeface="Proxima Nova"/>
                <a:ea typeface="Proxima Nova"/>
                <a:cs typeface="Proxima Nova"/>
                <a:sym typeface="Proxima Nova"/>
              </a:rPr>
              <a:t>On</a:t>
            </a:r>
            <a:r>
              <a:rPr lang="en-IN" sz="1200" b="1" i="0" u="none" strike="noStrike" cap="none" dirty="0">
                <a:solidFill>
                  <a:srgbClr val="FFFFFF"/>
                </a:solidFill>
                <a:latin typeface="Proxima Nova"/>
                <a:ea typeface="Proxima Nova"/>
                <a:cs typeface="Proxima Nova"/>
                <a:sym typeface="Proxima Nova"/>
              </a:rPr>
              <a:t> :</a:t>
            </a:r>
            <a:r>
              <a:rPr lang="en-IN" sz="1200" b="0" i="0" u="none" strike="noStrike" cap="none" dirty="0">
                <a:solidFill>
                  <a:srgbClr val="FFFFFF"/>
                </a:solidFill>
                <a:latin typeface="Proxima Nova"/>
                <a:ea typeface="Proxima Nova"/>
                <a:cs typeface="Proxima Nova"/>
                <a:sym typeface="Proxima Nova"/>
              </a:rPr>
              <a:t> </a:t>
            </a:r>
            <a:r>
              <a:rPr lang="en-IN" sz="1200" dirty="0">
                <a:solidFill>
                  <a:schemeClr val="lt1"/>
                </a:solidFill>
                <a:latin typeface="Proxima Nova"/>
              </a:rPr>
              <a:t>Investment Pre-assignment </a:t>
            </a:r>
          </a:p>
          <a:p>
            <a:pPr lvl="0">
              <a:lnSpc>
                <a:spcPct val="90000"/>
              </a:lnSpc>
              <a:spcBef>
                <a:spcPts val="1000"/>
              </a:spcBef>
              <a:buClr>
                <a:srgbClr val="000000"/>
              </a:buClr>
              <a:buSzPts val="1800"/>
            </a:pPr>
            <a:r>
              <a:rPr lang="en-IN" sz="1200" b="1" i="0" u="none" strike="noStrike" cap="none" dirty="0">
                <a:solidFill>
                  <a:srgbClr val="FFFFFF"/>
                </a:solidFill>
                <a:latin typeface="Proxima Nova"/>
                <a:ea typeface="Proxima Nova"/>
                <a:cs typeface="Proxima Nova"/>
                <a:sym typeface="Proxima Nova"/>
              </a:rPr>
              <a:t>Instructor :</a:t>
            </a:r>
            <a:r>
              <a:rPr lang="en-IN" sz="1200" b="0" i="0" u="none" strike="noStrike" cap="none" dirty="0">
                <a:solidFill>
                  <a:schemeClr val="lt1"/>
                </a:solidFill>
                <a:latin typeface="Proxima Nova"/>
                <a:ea typeface="Proxima Nova"/>
                <a:cs typeface="Proxima Nova"/>
                <a:sym typeface="Proxima Nova"/>
              </a:rPr>
              <a:t> Manish Kumar</a:t>
            </a:r>
            <a:endParaRPr sz="1200" b="0" i="0" u="none" strike="noStrike" cap="none" dirty="0">
              <a:solidFill>
                <a:schemeClr val="lt1"/>
              </a:solidFill>
              <a:latin typeface="Proxima Nova"/>
              <a:ea typeface="Proxima Nova"/>
              <a:cs typeface="Proxima Nova"/>
              <a:sym typeface="Proxima Nova"/>
            </a:endParaRPr>
          </a:p>
        </p:txBody>
      </p:sp>
      <p:pic>
        <p:nvPicPr>
          <p:cNvPr id="402" name="Google Shape;402;p24"/>
          <p:cNvPicPr preferRelativeResize="0"/>
          <p:nvPr/>
        </p:nvPicPr>
        <p:blipFill rotWithShape="1">
          <a:blip r:embed="rId5">
            <a:alphaModFix/>
          </a:blip>
          <a:srcRect/>
          <a:stretch/>
        </p:blipFill>
        <p:spPr>
          <a:xfrm>
            <a:off x="7929288" y="210064"/>
            <a:ext cx="813630" cy="217218"/>
          </a:xfrm>
          <a:prstGeom prst="rect">
            <a:avLst/>
          </a:prstGeom>
          <a:noFill/>
          <a:ln>
            <a:noFill/>
          </a:ln>
        </p:spPr>
      </p:pic>
    </p:spTree>
    <p:extLst>
      <p:ext uri="{BB962C8B-B14F-4D97-AF65-F5344CB8AC3E}">
        <p14:creationId xmlns:p14="http://schemas.microsoft.com/office/powerpoint/2010/main" val="3651386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5">
            <a:extLst>
              <a:ext uri="{FF2B5EF4-FFF2-40B4-BE49-F238E27FC236}">
                <a16:creationId xmlns:a16="http://schemas.microsoft.com/office/drawing/2014/main" id="{CAB3B546-51CB-4994-A9F1-8F1962DB7C80}"/>
              </a:ext>
            </a:extLst>
          </p:cNvPr>
          <p:cNvSpPr>
            <a:spLocks noGrp="1"/>
          </p:cNvSpPr>
          <p:nvPr>
            <p:ph type="dt" sz="half" idx="10"/>
          </p:nvPr>
        </p:nvSpPr>
        <p:spPr>
          <a:xfrm>
            <a:off x="638175" y="4767263"/>
            <a:ext cx="2057400" cy="273844"/>
          </a:xfrm>
          <a:prstGeom prst="rect">
            <a:avLst/>
          </a:prstGeom>
        </p:spPr>
        <p:txBody>
          <a:bodyPr/>
          <a:lstStyle/>
          <a:p>
            <a:fld id="{396593F5-6942-624B-8688-4BABC64E2CFF}" type="datetime1">
              <a:rPr lang="en-IN" sz="900" smtClean="0">
                <a:latin typeface="Proxima Nova Rg" pitchFamily="50" charset="0"/>
              </a:rPr>
              <a:t>27-03-2021</a:t>
            </a:fld>
            <a:endParaRPr lang="en-IN" sz="900" dirty="0">
              <a:latin typeface="Proxima Nova Rg" pitchFamily="50" charset="0"/>
            </a:endParaRPr>
          </a:p>
        </p:txBody>
      </p:sp>
      <p:sp>
        <p:nvSpPr>
          <p:cNvPr id="5" name="Slide Number Placeholder 7">
            <a:extLst>
              <a:ext uri="{FF2B5EF4-FFF2-40B4-BE49-F238E27FC236}">
                <a16:creationId xmlns:a16="http://schemas.microsoft.com/office/drawing/2014/main" id="{64FD5022-C834-4670-BF94-5D8ED5DD90FA}"/>
              </a:ext>
            </a:extLst>
          </p:cNvPr>
          <p:cNvSpPr>
            <a:spLocks noGrp="1"/>
          </p:cNvSpPr>
          <p:nvPr>
            <p:ph type="sldNum" sz="quarter" idx="12"/>
          </p:nvPr>
        </p:nvSpPr>
        <p:spPr>
          <a:xfrm>
            <a:off x="6467475" y="4767263"/>
            <a:ext cx="2057400" cy="273844"/>
          </a:xfrm>
          <a:prstGeom prst="rect">
            <a:avLst/>
          </a:prstGeom>
        </p:spPr>
        <p:txBody>
          <a:bodyPr/>
          <a:lstStyle/>
          <a:p>
            <a:pPr algn="r"/>
            <a:fld id="{273EEA2F-D825-49D3-9C25-497F06EFD3F7}" type="slidenum">
              <a:rPr lang="en-IN" sz="900" smtClean="0">
                <a:latin typeface="Proxima Nova Rg" pitchFamily="50" charset="0"/>
              </a:rPr>
              <a:pPr algn="r"/>
              <a:t>3</a:t>
            </a:fld>
            <a:endParaRPr lang="en-IN" sz="900" dirty="0">
              <a:latin typeface="Proxima Nova Rg" pitchFamily="50" charset="0"/>
            </a:endParaRPr>
          </a:p>
        </p:txBody>
      </p:sp>
      <p:sp>
        <p:nvSpPr>
          <p:cNvPr id="18" name="Rectangle 17">
            <a:extLst>
              <a:ext uri="{FF2B5EF4-FFF2-40B4-BE49-F238E27FC236}">
                <a16:creationId xmlns:a16="http://schemas.microsoft.com/office/drawing/2014/main" id="{E873FE8E-EFB5-4121-B906-5A9D887D60B8}"/>
              </a:ext>
            </a:extLst>
          </p:cNvPr>
          <p:cNvSpPr/>
          <p:nvPr/>
        </p:nvSpPr>
        <p:spPr>
          <a:xfrm>
            <a:off x="520995" y="796945"/>
            <a:ext cx="8168623" cy="3785652"/>
          </a:xfrm>
          <a:prstGeom prst="rect">
            <a:avLst/>
          </a:prstGeom>
          <a:ln>
            <a:solidFill>
              <a:schemeClr val="bg1"/>
            </a:solidFill>
            <a:prstDash val="lgDashDot"/>
          </a:ln>
        </p:spPr>
        <p:txBody>
          <a:bodyPr wrap="square">
            <a:spAutoFit/>
          </a:bodyPr>
          <a:lstStyle/>
          <a:p>
            <a:pPr algn="ctr"/>
            <a:r>
              <a:rPr lang="en-US" sz="2400" b="1" dirty="0">
                <a:solidFill>
                  <a:schemeClr val="bg1"/>
                </a:solidFill>
              </a:rPr>
              <a:t>Today’s Agenda</a:t>
            </a:r>
          </a:p>
          <a:p>
            <a:pPr algn="ctr"/>
            <a:endParaRPr lang="en-US" sz="2400" dirty="0">
              <a:solidFill>
                <a:schemeClr val="bg1"/>
              </a:solidFill>
            </a:endParaRPr>
          </a:p>
          <a:p>
            <a:pPr marL="0" lvl="1" indent="-285750">
              <a:buFont typeface="Arial" panose="020B0604020202020204" pitchFamily="34" charset="0"/>
              <a:buChar char="•"/>
            </a:pPr>
            <a:r>
              <a:rPr lang="en-US" sz="2400" dirty="0">
                <a:solidFill>
                  <a:schemeClr val="bg1"/>
                </a:solidFill>
              </a:rPr>
              <a:t>Problem Statement walkthrough</a:t>
            </a:r>
          </a:p>
          <a:p>
            <a:pPr marL="0" lvl="1" indent="-285750">
              <a:buFont typeface="Arial" panose="020B0604020202020204" pitchFamily="34" charset="0"/>
              <a:buChar char="•"/>
            </a:pPr>
            <a:r>
              <a:rPr lang="en-US" sz="2400" dirty="0">
                <a:solidFill>
                  <a:schemeClr val="bg1"/>
                </a:solidFill>
              </a:rPr>
              <a:t>The objectives for the assignment</a:t>
            </a:r>
          </a:p>
          <a:p>
            <a:pPr marL="0" lvl="1" indent="-285750">
              <a:buFont typeface="Arial" panose="020B0604020202020204" pitchFamily="34" charset="0"/>
              <a:buChar char="•"/>
            </a:pPr>
            <a:r>
              <a:rPr lang="en-US" sz="2400" dirty="0">
                <a:solidFill>
                  <a:schemeClr val="bg1"/>
                </a:solidFill>
              </a:rPr>
              <a:t>Analysis Steps and Checkpoints</a:t>
            </a:r>
          </a:p>
          <a:p>
            <a:pPr marL="0" lvl="1" indent="-285750">
              <a:buFont typeface="Arial" panose="020B0604020202020204" pitchFamily="34" charset="0"/>
              <a:buChar char="•"/>
            </a:pPr>
            <a:r>
              <a:rPr lang="en-US" sz="2400" dirty="0">
                <a:solidFill>
                  <a:schemeClr val="bg1"/>
                </a:solidFill>
              </a:rPr>
              <a:t>Pre-Modelling Steps</a:t>
            </a:r>
          </a:p>
          <a:p>
            <a:pPr marL="0" lvl="1" indent="-285750">
              <a:buFont typeface="Arial" panose="020B0604020202020204" pitchFamily="34" charset="0"/>
              <a:buChar char="•"/>
            </a:pPr>
            <a:r>
              <a:rPr lang="en-US" sz="2400" dirty="0">
                <a:solidFill>
                  <a:schemeClr val="bg1"/>
                </a:solidFill>
              </a:rPr>
              <a:t>Q &amp; A</a:t>
            </a:r>
          </a:p>
          <a:p>
            <a:pPr marL="0" lvl="1" indent="-285750">
              <a:buFont typeface="Arial" panose="020B0604020202020204" pitchFamily="34" charset="0"/>
              <a:buChar char="•"/>
            </a:pPr>
            <a:endParaRPr lang="en-US" sz="2400" dirty="0">
              <a:solidFill>
                <a:schemeClr val="bg1"/>
              </a:solidFill>
            </a:endParaRPr>
          </a:p>
          <a:p>
            <a:pPr marL="0" lvl="1" indent="-285750">
              <a:buFont typeface="Arial" panose="020B0604020202020204" pitchFamily="34" charset="0"/>
              <a:buChar char="•"/>
            </a:pPr>
            <a:endParaRPr lang="en-US" sz="2400" dirty="0">
              <a:solidFill>
                <a:schemeClr val="bg1"/>
              </a:solidFill>
            </a:endParaRPr>
          </a:p>
          <a:p>
            <a:pPr marL="0" lvl="1" indent="-285750">
              <a:buFont typeface="Arial" panose="020B0604020202020204" pitchFamily="34" charset="0"/>
              <a:buChar char="•"/>
            </a:pPr>
            <a:endParaRPr lang="en-US" sz="2400" dirty="0">
              <a:solidFill>
                <a:schemeClr val="bg1"/>
              </a:solidFill>
            </a:endParaRPr>
          </a:p>
        </p:txBody>
      </p:sp>
    </p:spTree>
    <p:extLst>
      <p:ext uri="{BB962C8B-B14F-4D97-AF65-F5344CB8AC3E}">
        <p14:creationId xmlns:p14="http://schemas.microsoft.com/office/powerpoint/2010/main" val="114725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5">
            <a:extLst>
              <a:ext uri="{FF2B5EF4-FFF2-40B4-BE49-F238E27FC236}">
                <a16:creationId xmlns:a16="http://schemas.microsoft.com/office/drawing/2014/main" id="{CAB3B546-51CB-4994-A9F1-8F1962DB7C80}"/>
              </a:ext>
            </a:extLst>
          </p:cNvPr>
          <p:cNvSpPr>
            <a:spLocks noGrp="1"/>
          </p:cNvSpPr>
          <p:nvPr>
            <p:ph type="dt" sz="half" idx="10"/>
          </p:nvPr>
        </p:nvSpPr>
        <p:spPr>
          <a:xfrm>
            <a:off x="419360" y="4743440"/>
            <a:ext cx="2057400" cy="273844"/>
          </a:xfrm>
          <a:prstGeom prst="rect">
            <a:avLst/>
          </a:prstGeom>
        </p:spPr>
        <p:txBody>
          <a:bodyPr/>
          <a:lstStyle/>
          <a:p>
            <a:fld id="{E1074919-AC28-3C4F-8039-27D3D8CCFE52}" type="datetime1">
              <a:rPr lang="en-IN" sz="900" smtClean="0">
                <a:solidFill>
                  <a:srgbClr val="FF0000"/>
                </a:solidFill>
                <a:latin typeface="Proxima Nova Rg" pitchFamily="50" charset="0"/>
              </a:rPr>
              <a:t>27-03-2021</a:t>
            </a:fld>
            <a:endParaRPr lang="en-IN" sz="900" dirty="0">
              <a:solidFill>
                <a:srgbClr val="FF0000"/>
              </a:solidFill>
              <a:latin typeface="Proxima Nova Rg" pitchFamily="50" charset="0"/>
            </a:endParaRPr>
          </a:p>
        </p:txBody>
      </p:sp>
      <p:sp>
        <p:nvSpPr>
          <p:cNvPr id="6" name="Slide Number Placeholder 7">
            <a:extLst>
              <a:ext uri="{FF2B5EF4-FFF2-40B4-BE49-F238E27FC236}">
                <a16:creationId xmlns:a16="http://schemas.microsoft.com/office/drawing/2014/main" id="{64FD5022-C834-4670-BF94-5D8ED5DD90FA}"/>
              </a:ext>
            </a:extLst>
          </p:cNvPr>
          <p:cNvSpPr>
            <a:spLocks noGrp="1"/>
          </p:cNvSpPr>
          <p:nvPr>
            <p:ph type="sldNum" sz="quarter" idx="4294967295"/>
          </p:nvPr>
        </p:nvSpPr>
        <p:spPr>
          <a:xfrm>
            <a:off x="6511925" y="4767263"/>
            <a:ext cx="2057400" cy="274637"/>
          </a:xfrm>
          <a:prstGeom prst="rect">
            <a:avLst/>
          </a:prstGeom>
        </p:spPr>
        <p:txBody>
          <a:bodyPr/>
          <a:lstStyle/>
          <a:p>
            <a:pPr algn="r"/>
            <a:fld id="{273EEA2F-D825-49D3-9C25-497F06EFD3F7}" type="slidenum">
              <a:rPr lang="en-IN" sz="900" smtClean="0">
                <a:solidFill>
                  <a:srgbClr val="FF0000"/>
                </a:solidFill>
                <a:latin typeface="Proxima Nova Rg" pitchFamily="50" charset="0"/>
              </a:rPr>
              <a:pPr algn="r"/>
              <a:t>4</a:t>
            </a:fld>
            <a:endParaRPr lang="en-IN" sz="900" dirty="0">
              <a:solidFill>
                <a:srgbClr val="FF0000"/>
              </a:solidFill>
              <a:latin typeface="Proxima Nova Rg" pitchFamily="50" charset="0"/>
            </a:endParaRPr>
          </a:p>
        </p:txBody>
      </p:sp>
      <p:sp>
        <p:nvSpPr>
          <p:cNvPr id="9" name="Title 2">
            <a:extLst>
              <a:ext uri="{FF2B5EF4-FFF2-40B4-BE49-F238E27FC236}">
                <a16:creationId xmlns:a16="http://schemas.microsoft.com/office/drawing/2014/main" id="{AECC2962-F17F-BC44-B3A0-C23E833217E6}"/>
              </a:ext>
            </a:extLst>
          </p:cNvPr>
          <p:cNvSpPr txBox="1">
            <a:spLocks/>
          </p:cNvSpPr>
          <p:nvPr/>
        </p:nvSpPr>
        <p:spPr>
          <a:xfrm>
            <a:off x="385994" y="126216"/>
            <a:ext cx="4292794" cy="403035"/>
          </a:xfrm>
          <a:prstGeom prst="rect">
            <a:avLst/>
          </a:prstGeom>
        </p:spPr>
        <p:txBody>
          <a:bodyPr vert="horz" lIns="91440" tIns="45720" rIns="91440" bIns="45720" rtlCol="0" anchor="ctr">
            <a:normAutofit fontScale="97500"/>
          </a:bodyPr>
          <a:lstStyle>
            <a:lvl1pPr algn="l" defTabSz="685800" rtl="0" eaLnBrk="1" latinLnBrk="0" hangingPunct="1">
              <a:lnSpc>
                <a:spcPct val="90000"/>
              </a:lnSpc>
              <a:spcBef>
                <a:spcPct val="0"/>
              </a:spcBef>
              <a:buNone/>
              <a:defRPr sz="2400" b="0" i="0" kern="1200">
                <a:solidFill>
                  <a:schemeClr val="bg1"/>
                </a:solidFill>
                <a:latin typeface="Proxima Nova" panose="02000506030000020004" pitchFamily="2" charset="0"/>
                <a:ea typeface="+mj-ea"/>
                <a:cs typeface="+mj-cs"/>
              </a:defRPr>
            </a:lvl1pPr>
          </a:lstStyle>
          <a:p>
            <a:r>
              <a:rPr lang="en-US" sz="2300" dirty="0">
                <a:latin typeface="Proxima Nova Light" panose="02000506030000020004" pitchFamily="2" charset="77"/>
              </a:rPr>
              <a:t>Investment Case Study</a:t>
            </a:r>
            <a:endParaRPr lang="en-IN" dirty="0">
              <a:latin typeface="Proxima Nova Light" panose="02000506030000020004" pitchFamily="2" charset="77"/>
            </a:endParaRPr>
          </a:p>
        </p:txBody>
      </p:sp>
      <p:sp>
        <p:nvSpPr>
          <p:cNvPr id="20" name="TextBox 19">
            <a:extLst>
              <a:ext uri="{FF2B5EF4-FFF2-40B4-BE49-F238E27FC236}">
                <a16:creationId xmlns:a16="http://schemas.microsoft.com/office/drawing/2014/main" id="{BD70A283-22EC-453D-AF11-20E1DF82832B}"/>
              </a:ext>
            </a:extLst>
          </p:cNvPr>
          <p:cNvSpPr txBox="1"/>
          <p:nvPr/>
        </p:nvSpPr>
        <p:spPr>
          <a:xfrm>
            <a:off x="246391" y="773585"/>
            <a:ext cx="4572000" cy="369332"/>
          </a:xfrm>
          <a:prstGeom prst="rect">
            <a:avLst/>
          </a:prstGeom>
          <a:noFill/>
        </p:spPr>
        <p:txBody>
          <a:bodyPr wrap="square">
            <a:spAutoFit/>
          </a:bodyPr>
          <a:lstStyle/>
          <a:p>
            <a:r>
              <a:rPr lang="en-IN" dirty="0">
                <a:solidFill>
                  <a:srgbClr val="FF0000"/>
                </a:solidFill>
              </a:rPr>
              <a:t>What is Spark Funds?</a:t>
            </a:r>
          </a:p>
        </p:txBody>
      </p:sp>
      <p:sp>
        <p:nvSpPr>
          <p:cNvPr id="22" name="TextBox 21">
            <a:extLst>
              <a:ext uri="{FF2B5EF4-FFF2-40B4-BE49-F238E27FC236}">
                <a16:creationId xmlns:a16="http://schemas.microsoft.com/office/drawing/2014/main" id="{C6DA4055-815E-405E-8C10-7A564BC62F28}"/>
              </a:ext>
            </a:extLst>
          </p:cNvPr>
          <p:cNvSpPr txBox="1"/>
          <p:nvPr/>
        </p:nvSpPr>
        <p:spPr>
          <a:xfrm>
            <a:off x="467751" y="1230376"/>
            <a:ext cx="8208497" cy="738664"/>
          </a:xfrm>
          <a:prstGeom prst="rect">
            <a:avLst/>
          </a:prstGeom>
          <a:noFill/>
        </p:spPr>
        <p:txBody>
          <a:bodyPr wrap="square">
            <a:spAutoFit/>
          </a:bodyPr>
          <a:lstStyle/>
          <a:p>
            <a:r>
              <a:rPr lang="en-US" sz="1400" dirty="0"/>
              <a:t>You work for Spark Funds, an asset management company. Spark Funds wants to make investments in a few companies. The CEO of Spark Funds wants to understand the global trends in investments so that she can take the investment decisions effectively. </a:t>
            </a:r>
            <a:endParaRPr lang="en-IN" sz="1400" dirty="0"/>
          </a:p>
        </p:txBody>
      </p:sp>
      <p:sp>
        <p:nvSpPr>
          <p:cNvPr id="26" name="TextBox 25">
            <a:extLst>
              <a:ext uri="{FF2B5EF4-FFF2-40B4-BE49-F238E27FC236}">
                <a16:creationId xmlns:a16="http://schemas.microsoft.com/office/drawing/2014/main" id="{CB128B4D-CBE3-4B38-9A03-A97A5F5AD340}"/>
              </a:ext>
            </a:extLst>
          </p:cNvPr>
          <p:cNvSpPr txBox="1"/>
          <p:nvPr/>
        </p:nvSpPr>
        <p:spPr>
          <a:xfrm>
            <a:off x="467751" y="2144917"/>
            <a:ext cx="6044174" cy="2246769"/>
          </a:xfrm>
          <a:prstGeom prst="rect">
            <a:avLst/>
          </a:prstGeom>
          <a:noFill/>
        </p:spPr>
        <p:txBody>
          <a:bodyPr wrap="square">
            <a:spAutoFit/>
          </a:bodyPr>
          <a:lstStyle/>
          <a:p>
            <a:r>
              <a:rPr lang="en-US" sz="1400" b="1" dirty="0">
                <a:solidFill>
                  <a:srgbClr val="FF0000"/>
                </a:solidFill>
              </a:rPr>
              <a:t>Business objective: </a:t>
            </a:r>
            <a:r>
              <a:rPr lang="en-US" sz="1400" dirty="0"/>
              <a:t>The objective is to identify the best sectors, countries, and a suitable investment type for making investments. The overall strategy is to invest where others are investing, implying that the 'best' sectors and countries are the ones 'where most investors are investing’.</a:t>
            </a:r>
          </a:p>
          <a:p>
            <a:endParaRPr lang="en-US" sz="1400" dirty="0"/>
          </a:p>
          <a:p>
            <a:r>
              <a:rPr lang="en-US" sz="1400" dirty="0"/>
              <a:t>Spark Funds has two minor constraints for investments:</a:t>
            </a:r>
          </a:p>
          <a:p>
            <a:endParaRPr lang="en-US" sz="1400" dirty="0"/>
          </a:p>
          <a:p>
            <a:pPr marL="342900" indent="-342900">
              <a:buFont typeface="+mj-lt"/>
              <a:buAutoNum type="arabicPeriod"/>
            </a:pPr>
            <a:r>
              <a:rPr lang="en-US" sz="1400" dirty="0"/>
              <a:t>It wants to invest between 5 to 15 million USD per round of investment</a:t>
            </a:r>
          </a:p>
          <a:p>
            <a:pPr marL="342900" indent="-342900">
              <a:buFont typeface="+mj-lt"/>
              <a:buAutoNum type="arabicPeriod"/>
            </a:pPr>
            <a:r>
              <a:rPr lang="en-US" sz="1400" dirty="0"/>
              <a:t>It wants to invest only in English-speaking countries because of the ease of communication with the companies it would invest in. </a:t>
            </a:r>
            <a:endParaRPr lang="en-IN" sz="1400" dirty="0"/>
          </a:p>
        </p:txBody>
      </p:sp>
      <p:pic>
        <p:nvPicPr>
          <p:cNvPr id="1026" name="Picture 2" descr="investment clipart png - Clip Art Library">
            <a:extLst>
              <a:ext uri="{FF2B5EF4-FFF2-40B4-BE49-F238E27FC236}">
                <a16:creationId xmlns:a16="http://schemas.microsoft.com/office/drawing/2014/main" id="{3D9DE498-E035-4BF5-9A12-74393A42E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1925" y="2136745"/>
            <a:ext cx="2331612" cy="22041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862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5</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p:txBody>
          <a:bodyPr/>
          <a:lstStyle/>
          <a:p>
            <a:r>
              <a:rPr lang="en-US" sz="2400" dirty="0">
                <a:latin typeface="Proxima Nova Light" panose="02000506030000020004" pitchFamily="2" charset="77"/>
              </a:rPr>
              <a:t>Investment Case Study</a:t>
            </a:r>
            <a:endParaRPr lang="en-IN" dirty="0"/>
          </a:p>
        </p:txBody>
      </p:sp>
      <p:sp>
        <p:nvSpPr>
          <p:cNvPr id="8" name="TextBox 7">
            <a:extLst>
              <a:ext uri="{FF2B5EF4-FFF2-40B4-BE49-F238E27FC236}">
                <a16:creationId xmlns:a16="http://schemas.microsoft.com/office/drawing/2014/main" id="{FA751EC6-8094-4D44-943A-C5EFBE1B1AB3}"/>
              </a:ext>
            </a:extLst>
          </p:cNvPr>
          <p:cNvSpPr txBox="1"/>
          <p:nvPr/>
        </p:nvSpPr>
        <p:spPr>
          <a:xfrm>
            <a:off x="628650" y="916131"/>
            <a:ext cx="4572000" cy="369332"/>
          </a:xfrm>
          <a:prstGeom prst="rect">
            <a:avLst/>
          </a:prstGeom>
          <a:noFill/>
        </p:spPr>
        <p:txBody>
          <a:bodyPr wrap="square">
            <a:spAutoFit/>
          </a:bodyPr>
          <a:lstStyle/>
          <a:p>
            <a:r>
              <a:rPr lang="en-IN" dirty="0">
                <a:solidFill>
                  <a:srgbClr val="FF0000"/>
                </a:solidFill>
              </a:rPr>
              <a:t>Investment type analysis</a:t>
            </a:r>
          </a:p>
        </p:txBody>
      </p:sp>
      <p:sp>
        <p:nvSpPr>
          <p:cNvPr id="10" name="TextBox 9">
            <a:extLst>
              <a:ext uri="{FF2B5EF4-FFF2-40B4-BE49-F238E27FC236}">
                <a16:creationId xmlns:a16="http://schemas.microsoft.com/office/drawing/2014/main" id="{75ECADAB-99A0-4880-B220-9E2D7BFDF3B9}"/>
              </a:ext>
            </a:extLst>
          </p:cNvPr>
          <p:cNvSpPr txBox="1"/>
          <p:nvPr/>
        </p:nvSpPr>
        <p:spPr>
          <a:xfrm>
            <a:off x="745587" y="1404676"/>
            <a:ext cx="7652825" cy="584775"/>
          </a:xfrm>
          <a:prstGeom prst="rect">
            <a:avLst/>
          </a:prstGeom>
          <a:noFill/>
        </p:spPr>
        <p:txBody>
          <a:bodyPr wrap="square">
            <a:spAutoFit/>
          </a:bodyPr>
          <a:lstStyle/>
          <a:p>
            <a:r>
              <a:rPr lang="en-US" sz="1600" dirty="0"/>
              <a:t>Comparing the typical investment amounts in the venture, seed, angel, private equity etc. so that Spark Funds can choose the type that is best suited for their strategy</a:t>
            </a:r>
            <a:endParaRPr lang="en-IN" sz="1600" dirty="0"/>
          </a:p>
        </p:txBody>
      </p:sp>
    </p:spTree>
    <p:extLst>
      <p:ext uri="{BB962C8B-B14F-4D97-AF65-F5344CB8AC3E}">
        <p14:creationId xmlns:p14="http://schemas.microsoft.com/office/powerpoint/2010/main" val="4186974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6</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p:txBody>
          <a:bodyPr/>
          <a:lstStyle/>
          <a:p>
            <a:r>
              <a:rPr lang="en-US" sz="2400" dirty="0">
                <a:latin typeface="Proxima Nova Light" panose="02000506030000020004" pitchFamily="2" charset="77"/>
              </a:rPr>
              <a:t>Investment Case Study</a:t>
            </a:r>
            <a:endParaRPr lang="en-IN" dirty="0"/>
          </a:p>
        </p:txBody>
      </p:sp>
      <p:sp>
        <p:nvSpPr>
          <p:cNvPr id="6" name="TextBox 5">
            <a:extLst>
              <a:ext uri="{FF2B5EF4-FFF2-40B4-BE49-F238E27FC236}">
                <a16:creationId xmlns:a16="http://schemas.microsoft.com/office/drawing/2014/main" id="{178E75E2-1966-4DCA-ACA6-ABA62B42DB2D}"/>
              </a:ext>
            </a:extLst>
          </p:cNvPr>
          <p:cNvSpPr txBox="1"/>
          <p:nvPr/>
        </p:nvSpPr>
        <p:spPr>
          <a:xfrm>
            <a:off x="628650" y="845793"/>
            <a:ext cx="4572000" cy="369332"/>
          </a:xfrm>
          <a:prstGeom prst="rect">
            <a:avLst/>
          </a:prstGeom>
          <a:noFill/>
        </p:spPr>
        <p:txBody>
          <a:bodyPr wrap="square">
            <a:spAutoFit/>
          </a:bodyPr>
          <a:lstStyle/>
          <a:p>
            <a:r>
              <a:rPr lang="en-IN" b="1" dirty="0">
                <a:solidFill>
                  <a:srgbClr val="FF0000"/>
                </a:solidFill>
              </a:rPr>
              <a:t>Country analysis</a:t>
            </a:r>
          </a:p>
        </p:txBody>
      </p:sp>
      <p:sp>
        <p:nvSpPr>
          <p:cNvPr id="8" name="TextBox 7">
            <a:extLst>
              <a:ext uri="{FF2B5EF4-FFF2-40B4-BE49-F238E27FC236}">
                <a16:creationId xmlns:a16="http://schemas.microsoft.com/office/drawing/2014/main" id="{DD5A3481-3D0C-4915-A7EC-A1045CC7E3D2}"/>
              </a:ext>
            </a:extLst>
          </p:cNvPr>
          <p:cNvSpPr txBox="1"/>
          <p:nvPr/>
        </p:nvSpPr>
        <p:spPr>
          <a:xfrm>
            <a:off x="942536" y="1335484"/>
            <a:ext cx="7622051" cy="584775"/>
          </a:xfrm>
          <a:prstGeom prst="rect">
            <a:avLst/>
          </a:prstGeom>
          <a:noFill/>
        </p:spPr>
        <p:txBody>
          <a:bodyPr wrap="square">
            <a:spAutoFit/>
          </a:bodyPr>
          <a:lstStyle/>
          <a:p>
            <a:r>
              <a:rPr lang="en-US" sz="1600" dirty="0"/>
              <a:t>Identifying the countries which have been the most heavily invested in the past. These will be Spark Funds’ favorites as well.</a:t>
            </a:r>
            <a:endParaRPr lang="en-IN" sz="1600" dirty="0"/>
          </a:p>
        </p:txBody>
      </p:sp>
    </p:spTree>
    <p:extLst>
      <p:ext uri="{BB962C8B-B14F-4D97-AF65-F5344CB8AC3E}">
        <p14:creationId xmlns:p14="http://schemas.microsoft.com/office/powerpoint/2010/main" val="3968818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7</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p:txBody>
          <a:bodyPr/>
          <a:lstStyle/>
          <a:p>
            <a:r>
              <a:rPr lang="en-US" sz="2400" dirty="0">
                <a:latin typeface="Proxima Nova Light" panose="02000506030000020004" pitchFamily="2" charset="77"/>
              </a:rPr>
              <a:t>Investment Case Study</a:t>
            </a:r>
            <a:endParaRPr lang="en-IN" dirty="0"/>
          </a:p>
        </p:txBody>
      </p:sp>
      <p:sp>
        <p:nvSpPr>
          <p:cNvPr id="6" name="TextBox 5">
            <a:extLst>
              <a:ext uri="{FF2B5EF4-FFF2-40B4-BE49-F238E27FC236}">
                <a16:creationId xmlns:a16="http://schemas.microsoft.com/office/drawing/2014/main" id="{8FD20A59-426B-4A2F-839D-8CA1ACC6E518}"/>
              </a:ext>
            </a:extLst>
          </p:cNvPr>
          <p:cNvSpPr txBox="1"/>
          <p:nvPr/>
        </p:nvSpPr>
        <p:spPr>
          <a:xfrm>
            <a:off x="628650" y="909098"/>
            <a:ext cx="4572000" cy="369332"/>
          </a:xfrm>
          <a:prstGeom prst="rect">
            <a:avLst/>
          </a:prstGeom>
          <a:noFill/>
        </p:spPr>
        <p:txBody>
          <a:bodyPr wrap="square">
            <a:spAutoFit/>
          </a:bodyPr>
          <a:lstStyle/>
          <a:p>
            <a:r>
              <a:rPr lang="en-IN" b="1" dirty="0">
                <a:solidFill>
                  <a:srgbClr val="FF0000"/>
                </a:solidFill>
              </a:rPr>
              <a:t>Sector analysis</a:t>
            </a:r>
          </a:p>
        </p:txBody>
      </p:sp>
      <p:sp>
        <p:nvSpPr>
          <p:cNvPr id="8" name="TextBox 7">
            <a:extLst>
              <a:ext uri="{FF2B5EF4-FFF2-40B4-BE49-F238E27FC236}">
                <a16:creationId xmlns:a16="http://schemas.microsoft.com/office/drawing/2014/main" id="{F93EB2BE-D1F2-4AA7-8B18-DEEA4E1671F8}"/>
              </a:ext>
            </a:extLst>
          </p:cNvPr>
          <p:cNvSpPr txBox="1"/>
          <p:nvPr/>
        </p:nvSpPr>
        <p:spPr>
          <a:xfrm>
            <a:off x="1055077" y="1278430"/>
            <a:ext cx="7343334" cy="1077218"/>
          </a:xfrm>
          <a:prstGeom prst="rect">
            <a:avLst/>
          </a:prstGeom>
          <a:noFill/>
        </p:spPr>
        <p:txBody>
          <a:bodyPr wrap="square">
            <a:spAutoFit/>
          </a:bodyPr>
          <a:lstStyle/>
          <a:p>
            <a:r>
              <a:rPr lang="en-US" sz="1600" dirty="0"/>
              <a:t>Understanding the distribution of investments across the eight main sectors. (Note that we are interested in the eight 'main sectors' provided in the mapping file. The file company has numerous sub-sector names; hence, you will need to map each sub-sector to its main sector.)</a:t>
            </a:r>
            <a:endParaRPr lang="en-IN" sz="1600" dirty="0"/>
          </a:p>
        </p:txBody>
      </p:sp>
    </p:spTree>
    <p:extLst>
      <p:ext uri="{BB962C8B-B14F-4D97-AF65-F5344CB8AC3E}">
        <p14:creationId xmlns:p14="http://schemas.microsoft.com/office/powerpoint/2010/main" val="504915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8</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p:txBody>
          <a:bodyPr/>
          <a:lstStyle/>
          <a:p>
            <a:r>
              <a:rPr lang="en-US" sz="2400" dirty="0">
                <a:latin typeface="Proxima Nova Light" panose="02000506030000020004" pitchFamily="2" charset="77"/>
              </a:rPr>
              <a:t>Investment Case Study</a:t>
            </a:r>
            <a:endParaRPr lang="en-IN" dirty="0"/>
          </a:p>
        </p:txBody>
      </p:sp>
      <p:sp>
        <p:nvSpPr>
          <p:cNvPr id="6" name="TextBox 5">
            <a:extLst>
              <a:ext uri="{FF2B5EF4-FFF2-40B4-BE49-F238E27FC236}">
                <a16:creationId xmlns:a16="http://schemas.microsoft.com/office/drawing/2014/main" id="{DDECA876-4FD3-425D-9988-C079D60D8F53}"/>
              </a:ext>
            </a:extLst>
          </p:cNvPr>
          <p:cNvSpPr txBox="1"/>
          <p:nvPr/>
        </p:nvSpPr>
        <p:spPr>
          <a:xfrm>
            <a:off x="2285999" y="976001"/>
            <a:ext cx="4572000" cy="369332"/>
          </a:xfrm>
          <a:prstGeom prst="rect">
            <a:avLst/>
          </a:prstGeom>
          <a:noFill/>
        </p:spPr>
        <p:txBody>
          <a:bodyPr wrap="square">
            <a:spAutoFit/>
          </a:bodyPr>
          <a:lstStyle/>
          <a:p>
            <a:pPr algn="ctr"/>
            <a:r>
              <a:rPr lang="en-US" b="1" dirty="0">
                <a:solidFill>
                  <a:srgbClr val="FF0000"/>
                </a:solidFill>
              </a:rPr>
              <a:t>Steps to proceed with the Case Study</a:t>
            </a:r>
            <a:endParaRPr lang="en-IN" b="1" dirty="0">
              <a:solidFill>
                <a:srgbClr val="FF0000"/>
              </a:solidFill>
            </a:endParaRPr>
          </a:p>
        </p:txBody>
      </p:sp>
      <p:sp>
        <p:nvSpPr>
          <p:cNvPr id="8" name="TextBox 7">
            <a:extLst>
              <a:ext uri="{FF2B5EF4-FFF2-40B4-BE49-F238E27FC236}">
                <a16:creationId xmlns:a16="http://schemas.microsoft.com/office/drawing/2014/main" id="{9707EECC-6AC8-4326-9658-C74F1A477DAD}"/>
              </a:ext>
            </a:extLst>
          </p:cNvPr>
          <p:cNvSpPr txBox="1"/>
          <p:nvPr/>
        </p:nvSpPr>
        <p:spPr>
          <a:xfrm>
            <a:off x="1249387" y="1756142"/>
            <a:ext cx="7265963" cy="1631216"/>
          </a:xfrm>
          <a:prstGeom prst="rect">
            <a:avLst/>
          </a:prstGeom>
          <a:noFill/>
        </p:spPr>
        <p:txBody>
          <a:bodyPr wrap="square">
            <a:spAutoFit/>
          </a:bodyPr>
          <a:lstStyle/>
          <a:p>
            <a:r>
              <a:rPr lang="en-US" sz="1600" dirty="0"/>
              <a:t>There are four major parts that are needed to be done for this case study:</a:t>
            </a:r>
          </a:p>
          <a:p>
            <a:r>
              <a:rPr lang="en-US" sz="1600" dirty="0"/>
              <a:t> </a:t>
            </a:r>
          </a:p>
          <a:p>
            <a:pPr marL="342900" indent="-342900">
              <a:buFont typeface="+mj-lt"/>
              <a:buAutoNum type="arabicPeriod"/>
            </a:pPr>
            <a:r>
              <a:rPr lang="en-US" sz="1600" dirty="0"/>
              <a:t>Data understanding/Exploration</a:t>
            </a:r>
          </a:p>
          <a:p>
            <a:pPr marL="342900" indent="-342900">
              <a:buFont typeface="+mj-lt"/>
              <a:buAutoNum type="arabicPeriod"/>
            </a:pPr>
            <a:r>
              <a:rPr lang="en-US" sz="1600" dirty="0"/>
              <a:t>Data cleaning (cleaning missing values, removing redundant columns etc.)</a:t>
            </a:r>
          </a:p>
          <a:p>
            <a:pPr marL="342900" indent="-342900">
              <a:buFont typeface="+mj-lt"/>
              <a:buAutoNum type="arabicPeriod"/>
            </a:pPr>
            <a:r>
              <a:rPr lang="en-US" sz="1600" dirty="0"/>
              <a:t>Data Analysis</a:t>
            </a:r>
          </a:p>
          <a:p>
            <a:pPr marL="342900" indent="-342900">
              <a:buFont typeface="+mj-lt"/>
              <a:buAutoNum type="arabicPeriod"/>
            </a:pPr>
            <a:r>
              <a:rPr lang="en-US" sz="1600" dirty="0"/>
              <a:t>Recommendations(Checkpoints) </a:t>
            </a:r>
            <a:endParaRPr lang="en-IN" sz="1600" dirty="0"/>
          </a:p>
        </p:txBody>
      </p:sp>
    </p:spTree>
    <p:extLst>
      <p:ext uri="{BB962C8B-B14F-4D97-AF65-F5344CB8AC3E}">
        <p14:creationId xmlns:p14="http://schemas.microsoft.com/office/powerpoint/2010/main" val="2281124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9</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a:xfrm>
            <a:off x="316679" y="121966"/>
            <a:ext cx="6063019" cy="382564"/>
          </a:xfrm>
        </p:spPr>
        <p:txBody>
          <a:bodyPr/>
          <a:lstStyle/>
          <a:p>
            <a:r>
              <a:rPr lang="en-US" sz="2400" dirty="0">
                <a:latin typeface="Proxima Nova Light" panose="02000506030000020004" pitchFamily="2" charset="77"/>
              </a:rPr>
              <a:t>Pre-Modelling Steps: Data Exploration</a:t>
            </a:r>
            <a:endParaRPr lang="en-IN" dirty="0"/>
          </a:p>
        </p:txBody>
      </p:sp>
      <p:sp>
        <p:nvSpPr>
          <p:cNvPr id="8" name="TextBox 7">
            <a:extLst>
              <a:ext uri="{FF2B5EF4-FFF2-40B4-BE49-F238E27FC236}">
                <a16:creationId xmlns:a16="http://schemas.microsoft.com/office/drawing/2014/main" id="{E200C5D1-DCF9-4F8D-91CF-882BF7E12C4E}"/>
              </a:ext>
            </a:extLst>
          </p:cNvPr>
          <p:cNvSpPr txBox="1"/>
          <p:nvPr/>
        </p:nvSpPr>
        <p:spPr>
          <a:xfrm>
            <a:off x="628650" y="1017478"/>
            <a:ext cx="7980778" cy="3108543"/>
          </a:xfrm>
          <a:prstGeom prst="rect">
            <a:avLst/>
          </a:prstGeom>
          <a:noFill/>
        </p:spPr>
        <p:txBody>
          <a:bodyPr wrap="square">
            <a:spAutoFit/>
          </a:bodyPr>
          <a:lstStyle/>
          <a:p>
            <a:r>
              <a:rPr lang="en-US" sz="1600" b="1" dirty="0">
                <a:solidFill>
                  <a:srgbClr val="FF0000"/>
                </a:solidFill>
              </a:rPr>
              <a:t>Data Understanding/Exploration</a:t>
            </a:r>
          </a:p>
          <a:p>
            <a:endParaRPr lang="en-US" sz="1600" dirty="0"/>
          </a:p>
          <a:p>
            <a:pPr marL="342900" indent="-342900">
              <a:buAutoNum type="arabicPeriod"/>
            </a:pPr>
            <a:r>
              <a:rPr lang="en-US" sz="1600" dirty="0"/>
              <a:t>Read the data to Python </a:t>
            </a:r>
            <a:r>
              <a:rPr lang="en-US" sz="1600" dirty="0" err="1"/>
              <a:t>DataFrame</a:t>
            </a:r>
            <a:endParaRPr lang="en-US" sz="1600" dirty="0"/>
          </a:p>
          <a:p>
            <a:pPr marL="342900" indent="-342900">
              <a:buAutoNum type="arabicPeriod"/>
            </a:pPr>
            <a:endParaRPr lang="en-US" sz="1600" dirty="0"/>
          </a:p>
          <a:p>
            <a:r>
              <a:rPr lang="en-US" sz="1600" dirty="0"/>
              <a:t>2. Loading data using encoding </a:t>
            </a:r>
          </a:p>
          <a:p>
            <a:pPr lvl="1"/>
            <a:r>
              <a:rPr lang="en-US" sz="1600" dirty="0"/>
              <a:t>• Try using different encoding formats</a:t>
            </a:r>
          </a:p>
          <a:p>
            <a:pPr lvl="1"/>
            <a:r>
              <a:rPr lang="en-US" sz="1600" dirty="0"/>
              <a:t>• Use </a:t>
            </a:r>
            <a:r>
              <a:rPr lang="en-US" sz="1600" dirty="0" err="1"/>
              <a:t>chardet</a:t>
            </a:r>
            <a:r>
              <a:rPr lang="en-US" sz="1600" dirty="0"/>
              <a:t> library to detect encoding format (Hint:ISO-8859-1)</a:t>
            </a:r>
          </a:p>
          <a:p>
            <a:pPr lvl="1"/>
            <a:endParaRPr lang="en-US" sz="1600" dirty="0"/>
          </a:p>
          <a:p>
            <a:r>
              <a:rPr lang="en-US" sz="1600" dirty="0"/>
              <a:t>3. Explore/understand data: .info(), .describe(), .head(), .tail(),.shape</a:t>
            </a:r>
          </a:p>
          <a:p>
            <a:pPr lvl="1"/>
            <a:r>
              <a:rPr lang="en-US" sz="1600" dirty="0"/>
              <a:t>• This will give you a sense of what type of dataset you are dealing with</a:t>
            </a:r>
          </a:p>
          <a:p>
            <a:pPr lvl="1"/>
            <a:endParaRPr lang="en-US" sz="1600" dirty="0"/>
          </a:p>
          <a:p>
            <a:r>
              <a:rPr lang="en-US" sz="1600" dirty="0"/>
              <a:t>4. Unique Values check: Use of .unique() function</a:t>
            </a:r>
            <a:endParaRPr lang="en-IN" sz="1600" dirty="0"/>
          </a:p>
        </p:txBody>
      </p:sp>
    </p:spTree>
    <p:extLst>
      <p:ext uri="{BB962C8B-B14F-4D97-AF65-F5344CB8AC3E}">
        <p14:creationId xmlns:p14="http://schemas.microsoft.com/office/powerpoint/2010/main" val="2197630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E6842F-CDF2-4C96-BBD0-05944B03720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AF7AB693-C3CB-4C62-98C2-F1F409C10B78}"/>
              </a:ext>
            </a:extLst>
          </p:cNvPr>
          <p:cNvSpPr>
            <a:spLocks noGrp="1"/>
          </p:cNvSpPr>
          <p:nvPr>
            <p:ph type="sldNum" sz="quarter" idx="12"/>
          </p:nvPr>
        </p:nvSpPr>
        <p:spPr/>
        <p:txBody>
          <a:bodyPr/>
          <a:lstStyle/>
          <a:p>
            <a:fld id="{273EEA2F-D825-49D3-9C25-497F06EFD3F7}" type="slidenum">
              <a:rPr lang="en-IN" smtClean="0"/>
              <a:t>10</a:t>
            </a:fld>
            <a:endParaRPr lang="en-IN"/>
          </a:p>
        </p:txBody>
      </p:sp>
      <p:sp>
        <p:nvSpPr>
          <p:cNvPr id="4" name="Title 3">
            <a:extLst>
              <a:ext uri="{FF2B5EF4-FFF2-40B4-BE49-F238E27FC236}">
                <a16:creationId xmlns:a16="http://schemas.microsoft.com/office/drawing/2014/main" id="{5D3BB9B6-CC7D-414F-B0ED-69E408313E66}"/>
              </a:ext>
            </a:extLst>
          </p:cNvPr>
          <p:cNvSpPr>
            <a:spLocks noGrp="1"/>
          </p:cNvSpPr>
          <p:nvPr>
            <p:ph type="title"/>
          </p:nvPr>
        </p:nvSpPr>
        <p:spPr>
          <a:xfrm>
            <a:off x="316679" y="121966"/>
            <a:ext cx="6421746" cy="382564"/>
          </a:xfrm>
        </p:spPr>
        <p:txBody>
          <a:bodyPr/>
          <a:lstStyle/>
          <a:p>
            <a:r>
              <a:rPr lang="en-US" sz="2400" dirty="0">
                <a:latin typeface="Proxima Nova Light" panose="02000506030000020004" pitchFamily="2" charset="77"/>
              </a:rPr>
              <a:t>Pre-Modelling Steps: Data Cleaning</a:t>
            </a:r>
            <a:endParaRPr lang="en-IN" dirty="0"/>
          </a:p>
        </p:txBody>
      </p:sp>
      <p:sp>
        <p:nvSpPr>
          <p:cNvPr id="8" name="TextBox 7">
            <a:extLst>
              <a:ext uri="{FF2B5EF4-FFF2-40B4-BE49-F238E27FC236}">
                <a16:creationId xmlns:a16="http://schemas.microsoft.com/office/drawing/2014/main" id="{BC474E45-3725-4BF7-A35B-CC576F2629A5}"/>
              </a:ext>
            </a:extLst>
          </p:cNvPr>
          <p:cNvSpPr txBox="1"/>
          <p:nvPr/>
        </p:nvSpPr>
        <p:spPr>
          <a:xfrm>
            <a:off x="628650" y="1350734"/>
            <a:ext cx="8162699" cy="2246769"/>
          </a:xfrm>
          <a:prstGeom prst="rect">
            <a:avLst/>
          </a:prstGeom>
          <a:noFill/>
        </p:spPr>
        <p:txBody>
          <a:bodyPr wrap="square">
            <a:spAutoFit/>
          </a:bodyPr>
          <a:lstStyle/>
          <a:p>
            <a:r>
              <a:rPr lang="en-US" sz="1400" b="1" dirty="0">
                <a:solidFill>
                  <a:srgbClr val="FF0000"/>
                </a:solidFill>
              </a:rPr>
              <a:t>Data Cleaning</a:t>
            </a:r>
          </a:p>
          <a:p>
            <a:endParaRPr lang="en-US" sz="1400" dirty="0"/>
          </a:p>
          <a:p>
            <a:pPr marL="342900" indent="-342900">
              <a:buFont typeface="+mj-lt"/>
              <a:buAutoNum type="arabicPeriod"/>
            </a:pPr>
            <a:r>
              <a:rPr lang="en-US" sz="1400" dirty="0"/>
              <a:t>Redundant Columns: Use info from Data Exploration steps</a:t>
            </a:r>
          </a:p>
          <a:p>
            <a:pPr marL="342900" indent="-342900">
              <a:buFont typeface="+mj-lt"/>
              <a:buAutoNum type="arabicPeriod"/>
            </a:pPr>
            <a:r>
              <a:rPr lang="en-US" sz="1400" dirty="0"/>
              <a:t>Check the percentage of missing values.</a:t>
            </a:r>
          </a:p>
          <a:p>
            <a:pPr marL="342900" indent="-342900">
              <a:buFont typeface="+mj-lt"/>
              <a:buAutoNum type="arabicPeriod"/>
            </a:pPr>
            <a:r>
              <a:rPr lang="en-US" sz="1400" dirty="0"/>
              <a:t>Remove all those with very high missing percentage.</a:t>
            </a:r>
          </a:p>
          <a:p>
            <a:pPr marL="342900" indent="-342900">
              <a:buFont typeface="+mj-lt"/>
              <a:buAutoNum type="arabicPeriod"/>
            </a:pPr>
            <a:r>
              <a:rPr lang="en-US" sz="1400" dirty="0"/>
              <a:t>For columns with less missing percentage: perform data cleaning steps for both columns and rows</a:t>
            </a:r>
          </a:p>
          <a:p>
            <a:pPr marL="342900" indent="-342900">
              <a:buFont typeface="+mj-lt"/>
              <a:buAutoNum type="arabicPeriod"/>
            </a:pPr>
            <a:r>
              <a:rPr lang="en-US" sz="1400" dirty="0"/>
              <a:t>Null Value treatment: Decide if you need to drop null values or impute dummy data into them</a:t>
            </a:r>
          </a:p>
          <a:p>
            <a:pPr marL="342900" indent="-342900">
              <a:buFont typeface="+mj-lt"/>
              <a:buAutoNum type="arabicPeriod"/>
            </a:pPr>
            <a:r>
              <a:rPr lang="en-US" sz="1400" dirty="0"/>
              <a:t>Checking out the distribution to impute mean, median or mode. </a:t>
            </a:r>
          </a:p>
          <a:p>
            <a:pPr marL="342900" indent="-342900">
              <a:buFont typeface="+mj-lt"/>
              <a:buAutoNum type="arabicPeriod"/>
            </a:pPr>
            <a:r>
              <a:rPr lang="en-US" sz="1400" dirty="0"/>
              <a:t>Check for data consistency to avoid running into issues while merging especially conversion to correct format for strings. Example: convert to lowercase</a:t>
            </a:r>
          </a:p>
        </p:txBody>
      </p:sp>
    </p:spTree>
    <p:extLst>
      <p:ext uri="{BB962C8B-B14F-4D97-AF65-F5344CB8AC3E}">
        <p14:creationId xmlns:p14="http://schemas.microsoft.com/office/powerpoint/2010/main" val="2155284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770652-6115-4BB1-9CA0-F70073E5FE27}"/>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CF117846-A6B1-4800-894A-53D2B1CA78F7}"/>
              </a:ext>
            </a:extLst>
          </p:cNvPr>
          <p:cNvSpPr>
            <a:spLocks noGrp="1"/>
          </p:cNvSpPr>
          <p:nvPr>
            <p:ph type="sldNum" sz="quarter" idx="12"/>
          </p:nvPr>
        </p:nvSpPr>
        <p:spPr/>
        <p:txBody>
          <a:bodyPr/>
          <a:lstStyle/>
          <a:p>
            <a:fld id="{273EEA2F-D825-49D3-9C25-497F06EFD3F7}" type="slidenum">
              <a:rPr lang="en-IN" smtClean="0"/>
              <a:t>11</a:t>
            </a:fld>
            <a:endParaRPr lang="en-IN"/>
          </a:p>
        </p:txBody>
      </p:sp>
      <p:sp>
        <p:nvSpPr>
          <p:cNvPr id="4" name="Title 3">
            <a:extLst>
              <a:ext uri="{FF2B5EF4-FFF2-40B4-BE49-F238E27FC236}">
                <a16:creationId xmlns:a16="http://schemas.microsoft.com/office/drawing/2014/main" id="{39093354-4932-4247-BDA1-1EE0289C5BD0}"/>
              </a:ext>
            </a:extLst>
          </p:cNvPr>
          <p:cNvSpPr>
            <a:spLocks noGrp="1"/>
          </p:cNvSpPr>
          <p:nvPr>
            <p:ph type="title"/>
          </p:nvPr>
        </p:nvSpPr>
        <p:spPr>
          <a:xfrm>
            <a:off x="316679" y="121966"/>
            <a:ext cx="6766404" cy="382564"/>
          </a:xfrm>
        </p:spPr>
        <p:txBody>
          <a:bodyPr/>
          <a:lstStyle/>
          <a:p>
            <a:r>
              <a:rPr lang="en-IN" dirty="0"/>
              <a:t>Pre-Modelling Steps: Joins</a:t>
            </a:r>
          </a:p>
        </p:txBody>
      </p:sp>
      <p:sp>
        <p:nvSpPr>
          <p:cNvPr id="10" name="TextBox 9">
            <a:extLst>
              <a:ext uri="{FF2B5EF4-FFF2-40B4-BE49-F238E27FC236}">
                <a16:creationId xmlns:a16="http://schemas.microsoft.com/office/drawing/2014/main" id="{D3B6E682-2523-4F98-B4F8-9B9BFF932563}"/>
              </a:ext>
            </a:extLst>
          </p:cNvPr>
          <p:cNvSpPr txBox="1"/>
          <p:nvPr/>
        </p:nvSpPr>
        <p:spPr>
          <a:xfrm>
            <a:off x="1041300" y="4627186"/>
            <a:ext cx="7244861" cy="276999"/>
          </a:xfrm>
          <a:prstGeom prst="rect">
            <a:avLst/>
          </a:prstGeom>
          <a:noFill/>
        </p:spPr>
        <p:txBody>
          <a:bodyPr wrap="square">
            <a:spAutoFit/>
          </a:bodyPr>
          <a:lstStyle/>
          <a:p>
            <a:pPr algn="ctr"/>
            <a:r>
              <a:rPr lang="en-IN" sz="1200" dirty="0">
                <a:hlinkClick r:id="rId2"/>
              </a:rPr>
              <a:t>https://learn.upgrad.com/v/course/587/session/72516/segment/406262</a:t>
            </a:r>
            <a:endParaRPr lang="en-IN" sz="1200" dirty="0"/>
          </a:p>
        </p:txBody>
      </p:sp>
      <p:grpSp>
        <p:nvGrpSpPr>
          <p:cNvPr id="19" name="Group 18">
            <a:extLst>
              <a:ext uri="{FF2B5EF4-FFF2-40B4-BE49-F238E27FC236}">
                <a16:creationId xmlns:a16="http://schemas.microsoft.com/office/drawing/2014/main" id="{AFE43947-E01C-49D8-92B5-3D147EC1BB97}"/>
              </a:ext>
            </a:extLst>
          </p:cNvPr>
          <p:cNvGrpSpPr/>
          <p:nvPr/>
        </p:nvGrpSpPr>
        <p:grpSpPr>
          <a:xfrm>
            <a:off x="685799" y="834289"/>
            <a:ext cx="7600362" cy="1893167"/>
            <a:chOff x="1958635" y="862900"/>
            <a:chExt cx="7600362" cy="1893167"/>
          </a:xfrm>
        </p:grpSpPr>
        <p:pic>
          <p:nvPicPr>
            <p:cNvPr id="12" name="Picture 11">
              <a:extLst>
                <a:ext uri="{FF2B5EF4-FFF2-40B4-BE49-F238E27FC236}">
                  <a16:creationId xmlns:a16="http://schemas.microsoft.com/office/drawing/2014/main" id="{3DF27BBF-09B0-4070-AC13-7F8676308C26}"/>
                </a:ext>
              </a:extLst>
            </p:cNvPr>
            <p:cNvPicPr>
              <a:picLocks noChangeAspect="1"/>
            </p:cNvPicPr>
            <p:nvPr/>
          </p:nvPicPr>
          <p:blipFill>
            <a:blip r:embed="rId3"/>
            <a:stretch>
              <a:fillRect/>
            </a:stretch>
          </p:blipFill>
          <p:spPr>
            <a:xfrm>
              <a:off x="1958635" y="862900"/>
              <a:ext cx="2504049" cy="1892560"/>
            </a:xfrm>
            <a:prstGeom prst="rect">
              <a:avLst/>
            </a:prstGeom>
          </p:spPr>
        </p:pic>
        <p:pic>
          <p:nvPicPr>
            <p:cNvPr id="14" name="Picture 13">
              <a:extLst>
                <a:ext uri="{FF2B5EF4-FFF2-40B4-BE49-F238E27FC236}">
                  <a16:creationId xmlns:a16="http://schemas.microsoft.com/office/drawing/2014/main" id="{9DA57BE1-7234-4FB8-B74C-77902191B694}"/>
                </a:ext>
              </a:extLst>
            </p:cNvPr>
            <p:cNvPicPr>
              <a:picLocks noChangeAspect="1"/>
            </p:cNvPicPr>
            <p:nvPr/>
          </p:nvPicPr>
          <p:blipFill>
            <a:blip r:embed="rId4"/>
            <a:stretch>
              <a:fillRect/>
            </a:stretch>
          </p:blipFill>
          <p:spPr>
            <a:xfrm>
              <a:off x="6819022" y="863507"/>
              <a:ext cx="2739975" cy="1892560"/>
            </a:xfrm>
            <a:prstGeom prst="rect">
              <a:avLst/>
            </a:prstGeom>
          </p:spPr>
        </p:pic>
      </p:grpSp>
      <p:pic>
        <p:nvPicPr>
          <p:cNvPr id="16" name="Picture 15">
            <a:extLst>
              <a:ext uri="{FF2B5EF4-FFF2-40B4-BE49-F238E27FC236}">
                <a16:creationId xmlns:a16="http://schemas.microsoft.com/office/drawing/2014/main" id="{B2ECE693-EFCE-4AC7-87D1-E0F3AAFB1ED6}"/>
              </a:ext>
            </a:extLst>
          </p:cNvPr>
          <p:cNvPicPr>
            <a:picLocks noChangeAspect="1"/>
          </p:cNvPicPr>
          <p:nvPr/>
        </p:nvPicPr>
        <p:blipFill>
          <a:blip r:embed="rId5"/>
          <a:stretch>
            <a:fillRect/>
          </a:stretch>
        </p:blipFill>
        <p:spPr>
          <a:xfrm>
            <a:off x="566223" y="3683957"/>
            <a:ext cx="7181557" cy="811400"/>
          </a:xfrm>
          <a:prstGeom prst="rect">
            <a:avLst/>
          </a:prstGeom>
        </p:spPr>
      </p:pic>
      <p:pic>
        <p:nvPicPr>
          <p:cNvPr id="18" name="Picture 17">
            <a:extLst>
              <a:ext uri="{FF2B5EF4-FFF2-40B4-BE49-F238E27FC236}">
                <a16:creationId xmlns:a16="http://schemas.microsoft.com/office/drawing/2014/main" id="{D4A079BD-D740-42BE-9070-098BFD7B67E0}"/>
              </a:ext>
            </a:extLst>
          </p:cNvPr>
          <p:cNvPicPr>
            <a:picLocks noChangeAspect="1"/>
          </p:cNvPicPr>
          <p:nvPr/>
        </p:nvPicPr>
        <p:blipFill>
          <a:blip r:embed="rId6"/>
          <a:stretch>
            <a:fillRect/>
          </a:stretch>
        </p:blipFill>
        <p:spPr>
          <a:xfrm>
            <a:off x="566223" y="2903302"/>
            <a:ext cx="3791186" cy="704522"/>
          </a:xfrm>
          <a:prstGeom prst="rect">
            <a:avLst/>
          </a:prstGeom>
        </p:spPr>
      </p:pic>
    </p:spTree>
    <p:extLst>
      <p:ext uri="{BB962C8B-B14F-4D97-AF65-F5344CB8AC3E}">
        <p14:creationId xmlns:p14="http://schemas.microsoft.com/office/powerpoint/2010/main" val="887907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770652-6115-4BB1-9CA0-F70073E5FE27}"/>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CF117846-A6B1-4800-894A-53D2B1CA78F7}"/>
              </a:ext>
            </a:extLst>
          </p:cNvPr>
          <p:cNvSpPr>
            <a:spLocks noGrp="1"/>
          </p:cNvSpPr>
          <p:nvPr>
            <p:ph type="sldNum" sz="quarter" idx="12"/>
          </p:nvPr>
        </p:nvSpPr>
        <p:spPr/>
        <p:txBody>
          <a:bodyPr/>
          <a:lstStyle/>
          <a:p>
            <a:fld id="{273EEA2F-D825-49D3-9C25-497F06EFD3F7}" type="slidenum">
              <a:rPr lang="en-IN" smtClean="0"/>
              <a:t>12</a:t>
            </a:fld>
            <a:endParaRPr lang="en-IN"/>
          </a:p>
        </p:txBody>
      </p:sp>
      <p:sp>
        <p:nvSpPr>
          <p:cNvPr id="4" name="Title 3">
            <a:extLst>
              <a:ext uri="{FF2B5EF4-FFF2-40B4-BE49-F238E27FC236}">
                <a16:creationId xmlns:a16="http://schemas.microsoft.com/office/drawing/2014/main" id="{39093354-4932-4247-BDA1-1EE0289C5BD0}"/>
              </a:ext>
            </a:extLst>
          </p:cNvPr>
          <p:cNvSpPr>
            <a:spLocks noGrp="1"/>
          </p:cNvSpPr>
          <p:nvPr>
            <p:ph type="title"/>
          </p:nvPr>
        </p:nvSpPr>
        <p:spPr>
          <a:xfrm>
            <a:off x="316679" y="121966"/>
            <a:ext cx="5774632" cy="382564"/>
          </a:xfrm>
        </p:spPr>
        <p:txBody>
          <a:bodyPr/>
          <a:lstStyle/>
          <a:p>
            <a:r>
              <a:rPr lang="en-US" sz="2400" dirty="0">
                <a:latin typeface="Proxima Nova Light" panose="02000506030000020004" pitchFamily="2" charset="77"/>
              </a:rPr>
              <a:t>Investment Case Study</a:t>
            </a:r>
            <a:endParaRPr lang="en-IN" dirty="0"/>
          </a:p>
        </p:txBody>
      </p:sp>
      <p:sp>
        <p:nvSpPr>
          <p:cNvPr id="11" name="TextBox 10">
            <a:extLst>
              <a:ext uri="{FF2B5EF4-FFF2-40B4-BE49-F238E27FC236}">
                <a16:creationId xmlns:a16="http://schemas.microsoft.com/office/drawing/2014/main" id="{8689D6BE-F9E4-4960-9F4D-67F125543375}"/>
              </a:ext>
            </a:extLst>
          </p:cNvPr>
          <p:cNvSpPr txBox="1"/>
          <p:nvPr/>
        </p:nvSpPr>
        <p:spPr>
          <a:xfrm>
            <a:off x="555673" y="1189346"/>
            <a:ext cx="8173329" cy="2893100"/>
          </a:xfrm>
          <a:prstGeom prst="rect">
            <a:avLst/>
          </a:prstGeom>
          <a:noFill/>
        </p:spPr>
        <p:txBody>
          <a:bodyPr wrap="square">
            <a:spAutoFit/>
          </a:bodyPr>
          <a:lstStyle/>
          <a:p>
            <a:pPr marL="285750" indent="-285750">
              <a:buFont typeface="Arial" panose="020B0604020202020204" pitchFamily="34" charset="0"/>
              <a:buChar char="•"/>
            </a:pPr>
            <a:r>
              <a:rPr lang="en-US" sz="1400" dirty="0"/>
              <a:t>The entire assignment is divided into checkpoints to help you navigate.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For each checkpoint, you are advised to fill in the tables into the spreadsheet provided in the download segment(Investment.xls).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Need to submit your insights in a ppt file. Sample PPT is provided. The structure is a suggestion; make sure not to exceed 10 slides.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Convert the PPT in PDF format for submission. You need to submit a PDF.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 single ZIP file is needed to be submitted with one </a:t>
            </a:r>
            <a:r>
              <a:rPr lang="en-US" sz="1400" dirty="0" err="1"/>
              <a:t>Jupyter</a:t>
            </a:r>
            <a:r>
              <a:rPr lang="en-US" sz="1400" dirty="0"/>
              <a:t> Notebook, one excel sheet and a PDF file(ppt).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Don’t forget to comment the code properly as it carries separate marks. </a:t>
            </a:r>
            <a:endParaRPr lang="en-IN" sz="1400" dirty="0"/>
          </a:p>
        </p:txBody>
      </p:sp>
    </p:spTree>
    <p:extLst>
      <p:ext uri="{BB962C8B-B14F-4D97-AF65-F5344CB8AC3E}">
        <p14:creationId xmlns:p14="http://schemas.microsoft.com/office/powerpoint/2010/main" val="200995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DE9150F-F03E-BF4B-BE66-299E7500C2AC}"/>
              </a:ext>
            </a:extLst>
          </p:cNvPr>
          <p:cNvSpPr txBox="1">
            <a:spLocks/>
          </p:cNvSpPr>
          <p:nvPr/>
        </p:nvSpPr>
        <p:spPr>
          <a:xfrm>
            <a:off x="588903" y="1494591"/>
            <a:ext cx="6895272" cy="2610048"/>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Neue Plak" panose="020B0804030202020204" pitchFamily="34" charset="0"/>
                <a:ea typeface="+mj-ea"/>
                <a:cs typeface="+mj-cs"/>
              </a:defRPr>
            </a:lvl1pPr>
          </a:lstStyle>
          <a:p>
            <a:pPr algn="l"/>
            <a:r>
              <a:rPr lang="en-IN" sz="4000" dirty="0">
                <a:latin typeface="Proxima Nova Light" panose="02000506030000020004" pitchFamily="2" charset="77"/>
              </a:rPr>
              <a:t>Thank You!</a:t>
            </a:r>
          </a:p>
          <a:p>
            <a:pPr algn="l"/>
            <a:endParaRPr lang="en-IN" sz="3600" dirty="0">
              <a:latin typeface="Proxima Nova Light" panose="02000506030000020004" pitchFamily="2" charset="77"/>
            </a:endParaRPr>
          </a:p>
          <a:p>
            <a:pPr algn="l"/>
            <a:endParaRPr lang="en-IN" sz="900" dirty="0">
              <a:latin typeface="Proxima Nova Light" panose="02000506030000020004" pitchFamily="2" charset="77"/>
            </a:endParaRPr>
          </a:p>
        </p:txBody>
      </p:sp>
      <p:pic>
        <p:nvPicPr>
          <p:cNvPr id="4" name="Picture 3">
            <a:extLst>
              <a:ext uri="{FF2B5EF4-FFF2-40B4-BE49-F238E27FC236}">
                <a16:creationId xmlns:a16="http://schemas.microsoft.com/office/drawing/2014/main" id="{19D61CDC-9A94-4E56-8E69-4DD523DCC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2370" y="0"/>
            <a:ext cx="1356542" cy="1577482"/>
          </a:xfrm>
          <a:prstGeom prst="rect">
            <a:avLst/>
          </a:prstGeom>
        </p:spPr>
      </p:pic>
      <p:sp>
        <p:nvSpPr>
          <p:cNvPr id="9" name="Text Placeholder 2">
            <a:extLst>
              <a:ext uri="{FF2B5EF4-FFF2-40B4-BE49-F238E27FC236}">
                <a16:creationId xmlns:a16="http://schemas.microsoft.com/office/drawing/2014/main" id="{675E4F9E-AA57-419B-B42E-F9560AF44A43}"/>
              </a:ext>
            </a:extLst>
          </p:cNvPr>
          <p:cNvSpPr txBox="1">
            <a:spLocks/>
          </p:cNvSpPr>
          <p:nvPr/>
        </p:nvSpPr>
        <p:spPr>
          <a:xfrm>
            <a:off x="1157110" y="716037"/>
            <a:ext cx="2603231" cy="131112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28" kern="1200">
                <a:solidFill>
                  <a:schemeClr val="tx1"/>
                </a:solidFill>
                <a:latin typeface="Proxima Nova Rg" panose="02000506030000020004" pitchFamily="50" charset="0"/>
                <a:ea typeface="+mn-ea"/>
                <a:cs typeface="+mn-cs"/>
              </a:defRPr>
            </a:lvl1pPr>
            <a:lvl2pPr marL="457200" indent="0" algn="l" defTabSz="914400" rtl="0" eaLnBrk="1" latinLnBrk="0" hangingPunct="1">
              <a:lnSpc>
                <a:spcPct val="90000"/>
              </a:lnSpc>
              <a:spcBef>
                <a:spcPts val="500"/>
              </a:spcBef>
              <a:buFontTx/>
              <a:buNone/>
              <a:defRPr sz="1620" b="1" kern="1200">
                <a:solidFill>
                  <a:schemeClr val="tx1"/>
                </a:solidFill>
                <a:latin typeface="Proxima Nova Rg" panose="02000506030000020004" pitchFamily="50" charset="0"/>
                <a:ea typeface="+mn-ea"/>
                <a:cs typeface="+mn-cs"/>
              </a:defRPr>
            </a:lvl2pPr>
            <a:lvl3pPr marL="914400" indent="0" algn="l" defTabSz="914400" rtl="0" eaLnBrk="1" latinLnBrk="0" hangingPunct="1">
              <a:lnSpc>
                <a:spcPct val="90000"/>
              </a:lnSpc>
              <a:spcBef>
                <a:spcPts val="500"/>
              </a:spcBef>
              <a:buFontTx/>
              <a:buNone/>
              <a:defRPr sz="125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dirty="0">
              <a:solidFill>
                <a:schemeClr val="bg1"/>
              </a:solidFill>
            </a:endParaRPr>
          </a:p>
          <a:p>
            <a:r>
              <a:rPr lang="en-US" sz="1400" i="1" dirty="0"/>
              <a:t>    #LifeKoKaroLift</a:t>
            </a:r>
          </a:p>
        </p:txBody>
      </p:sp>
      <p:sp>
        <p:nvSpPr>
          <p:cNvPr id="2" name="Date Placeholder 1"/>
          <p:cNvSpPr>
            <a:spLocks noGrp="1"/>
          </p:cNvSpPr>
          <p:nvPr>
            <p:ph type="dt" sz="half" idx="10"/>
          </p:nvPr>
        </p:nvSpPr>
        <p:spPr/>
        <p:txBody>
          <a:bodyPr/>
          <a:lstStyle/>
          <a:p>
            <a:fld id="{05F9FE4C-6887-C742-8AA6-90375168B633}" type="datetime1">
              <a:rPr lang="en-IN" smtClean="0"/>
              <a:t>27-03-2021</a:t>
            </a:fld>
            <a:endParaRPr lang="en-IN" dirty="0"/>
          </a:p>
        </p:txBody>
      </p:sp>
      <p:sp>
        <p:nvSpPr>
          <p:cNvPr id="3" name="Slide Number Placeholder 2"/>
          <p:cNvSpPr>
            <a:spLocks noGrp="1"/>
          </p:cNvSpPr>
          <p:nvPr>
            <p:ph type="sldNum" sz="quarter" idx="12"/>
          </p:nvPr>
        </p:nvSpPr>
        <p:spPr>
          <a:xfrm>
            <a:off x="6553670" y="4516965"/>
            <a:ext cx="2057400" cy="273844"/>
          </a:xfrm>
        </p:spPr>
        <p:txBody>
          <a:bodyPr/>
          <a:lstStyle/>
          <a:p>
            <a:r>
              <a:rPr lang="en-IN" dirty="0"/>
              <a:t>21</a:t>
            </a:r>
          </a:p>
        </p:txBody>
      </p:sp>
    </p:spTree>
    <p:extLst>
      <p:ext uri="{BB962C8B-B14F-4D97-AF65-F5344CB8AC3E}">
        <p14:creationId xmlns:p14="http://schemas.microsoft.com/office/powerpoint/2010/main" val="1924027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91835E-DB40-4179-B50F-817EE9AA71F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17CE470B-3B22-478D-AB28-BFBF1437A83D}"/>
              </a:ext>
            </a:extLst>
          </p:cNvPr>
          <p:cNvSpPr>
            <a:spLocks noGrp="1"/>
          </p:cNvSpPr>
          <p:nvPr>
            <p:ph type="sldNum" sz="quarter" idx="12"/>
          </p:nvPr>
        </p:nvSpPr>
        <p:spPr/>
        <p:txBody>
          <a:bodyPr/>
          <a:lstStyle/>
          <a:p>
            <a:fld id="{273EEA2F-D825-49D3-9C25-497F06EFD3F7}" type="slidenum">
              <a:rPr lang="en-IN" smtClean="0"/>
              <a:t>14</a:t>
            </a:fld>
            <a:endParaRPr lang="en-IN"/>
          </a:p>
        </p:txBody>
      </p:sp>
      <p:sp>
        <p:nvSpPr>
          <p:cNvPr id="4" name="Title 3">
            <a:extLst>
              <a:ext uri="{FF2B5EF4-FFF2-40B4-BE49-F238E27FC236}">
                <a16:creationId xmlns:a16="http://schemas.microsoft.com/office/drawing/2014/main" id="{A362631C-E4B8-4D74-876C-E07F49C828E6}"/>
              </a:ext>
            </a:extLst>
          </p:cNvPr>
          <p:cNvSpPr>
            <a:spLocks noGrp="1"/>
          </p:cNvSpPr>
          <p:nvPr>
            <p:ph type="title"/>
          </p:nvPr>
        </p:nvSpPr>
        <p:spPr>
          <a:xfrm>
            <a:off x="316679" y="121966"/>
            <a:ext cx="6929941" cy="382564"/>
          </a:xfrm>
        </p:spPr>
        <p:txBody>
          <a:bodyPr/>
          <a:lstStyle/>
          <a:p>
            <a:r>
              <a:rPr lang="en-IN" b="1" dirty="0"/>
              <a:t>Missing Value Treatment</a:t>
            </a:r>
            <a:endParaRPr lang="en-IN" dirty="0"/>
          </a:p>
        </p:txBody>
      </p:sp>
      <p:sp>
        <p:nvSpPr>
          <p:cNvPr id="5" name="Rectangle 4">
            <a:extLst>
              <a:ext uri="{FF2B5EF4-FFF2-40B4-BE49-F238E27FC236}">
                <a16:creationId xmlns:a16="http://schemas.microsoft.com/office/drawing/2014/main" id="{5BA746DF-DBE7-4DCC-BEDD-00C88F9A32C7}"/>
              </a:ext>
            </a:extLst>
          </p:cNvPr>
          <p:cNvSpPr/>
          <p:nvPr/>
        </p:nvSpPr>
        <p:spPr>
          <a:xfrm>
            <a:off x="502920" y="863590"/>
            <a:ext cx="8012430" cy="1600438"/>
          </a:xfrm>
          <a:prstGeom prst="rect">
            <a:avLst/>
          </a:prstGeom>
        </p:spPr>
        <p:txBody>
          <a:bodyPr wrap="square">
            <a:spAutoFit/>
          </a:bodyPr>
          <a:lstStyle/>
          <a:p>
            <a:pPr algn="just">
              <a:buFont typeface="+mj-lt"/>
              <a:buAutoNum type="arabicPeriod"/>
            </a:pPr>
            <a:r>
              <a:rPr lang="en-US" sz="1400" b="1" dirty="0">
                <a:solidFill>
                  <a:srgbClr val="FF0000"/>
                </a:solidFill>
                <a:latin typeface="Gill Sans MT" panose="020B0502020104020203" pitchFamily="34" charset="0"/>
              </a:rPr>
              <a:t>Data Extraction</a:t>
            </a:r>
            <a:r>
              <a:rPr lang="en-US" sz="1400" dirty="0">
                <a:solidFill>
                  <a:srgbClr val="FF0000"/>
                </a:solidFill>
                <a:latin typeface="Gill Sans MT" panose="020B0502020104020203" pitchFamily="34" charset="0"/>
              </a:rPr>
              <a:t>: </a:t>
            </a:r>
            <a:r>
              <a:rPr lang="en-US" sz="1400" dirty="0">
                <a:solidFill>
                  <a:srgbClr val="595858"/>
                </a:solidFill>
                <a:latin typeface="Gill Sans MT" panose="020B0502020104020203" pitchFamily="34" charset="0"/>
              </a:rPr>
              <a:t>It is possible that there are problems with extraction process. In such cases, we should double-check for correct data with data guardians. Some hashing procedures can also be used to make sure data extraction is correct. Errors at data extraction stage are typically easy to find and can be corrected easily as well.</a:t>
            </a:r>
          </a:p>
          <a:p>
            <a:pPr algn="just">
              <a:buFont typeface="+mj-lt"/>
              <a:buAutoNum type="arabicPeriod"/>
            </a:pPr>
            <a:endParaRPr lang="en-US" sz="1400" dirty="0">
              <a:solidFill>
                <a:srgbClr val="595858"/>
              </a:solidFill>
              <a:latin typeface="Gill Sans MT" panose="020B0502020104020203" pitchFamily="34" charset="0"/>
            </a:endParaRPr>
          </a:p>
          <a:p>
            <a:pPr algn="just">
              <a:buFont typeface="+mj-lt"/>
              <a:buAutoNum type="arabicPeriod"/>
            </a:pPr>
            <a:r>
              <a:rPr lang="en-US" sz="1400" b="1" dirty="0">
                <a:solidFill>
                  <a:srgbClr val="FF0000"/>
                </a:solidFill>
                <a:latin typeface="Gill Sans MT" panose="020B0502020104020203" pitchFamily="34" charset="0"/>
              </a:rPr>
              <a:t>Data collection</a:t>
            </a:r>
            <a:r>
              <a:rPr lang="en-US" sz="1400" dirty="0">
                <a:solidFill>
                  <a:srgbClr val="FF0000"/>
                </a:solidFill>
                <a:latin typeface="Gill Sans MT" panose="020B0502020104020203" pitchFamily="34" charset="0"/>
              </a:rPr>
              <a:t>: </a:t>
            </a:r>
            <a:r>
              <a:rPr lang="en-US" sz="1400" dirty="0">
                <a:solidFill>
                  <a:srgbClr val="595858"/>
                </a:solidFill>
                <a:latin typeface="Gill Sans MT" panose="020B0502020104020203" pitchFamily="34" charset="0"/>
              </a:rPr>
              <a:t>These errors occur at time of data collection and are harder to correct. They can be categorized in four types:</a:t>
            </a:r>
            <a:endParaRPr lang="en-US" sz="1400" b="0" i="0" dirty="0">
              <a:solidFill>
                <a:srgbClr val="595858"/>
              </a:solidFill>
              <a:effectLst/>
              <a:latin typeface="Gill Sans MT" panose="020B0502020104020203" pitchFamily="34" charset="0"/>
            </a:endParaRPr>
          </a:p>
        </p:txBody>
      </p:sp>
      <p:pic>
        <p:nvPicPr>
          <p:cNvPr id="3074" name="Picture 2">
            <a:extLst>
              <a:ext uri="{FF2B5EF4-FFF2-40B4-BE49-F238E27FC236}">
                <a16:creationId xmlns:a16="http://schemas.microsoft.com/office/drawing/2014/main" id="{AA653ADC-45A5-493E-A690-D43126BC4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79" y="2428696"/>
            <a:ext cx="8611926" cy="23032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326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descr="Image result for knn imputation">
            <a:extLst>
              <a:ext uri="{FF2B5EF4-FFF2-40B4-BE49-F238E27FC236}">
                <a16:creationId xmlns:a16="http://schemas.microsoft.com/office/drawing/2014/main" id="{4D84486C-8828-4DF1-8A68-A75109121A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37" t="26950" r="3216" b="6602"/>
          <a:stretch/>
        </p:blipFill>
        <p:spPr bwMode="auto">
          <a:xfrm>
            <a:off x="6075045" y="3236424"/>
            <a:ext cx="2823210" cy="1424302"/>
          </a:xfrm>
          <a:prstGeom prst="rect">
            <a:avLst/>
          </a:prstGeom>
          <a:noFill/>
          <a:extLst>
            <a:ext uri="{909E8E84-426E-40DD-AFC4-6F175D3DCCD1}">
              <a14:hiddenFill xmlns:a14="http://schemas.microsoft.com/office/drawing/2010/main">
                <a:solidFill>
                  <a:srgbClr val="FFFFFF"/>
                </a:solidFill>
              </a14:hiddenFill>
            </a:ext>
          </a:extLst>
        </p:spPr>
      </p:pic>
      <p:sp>
        <p:nvSpPr>
          <p:cNvPr id="2" name="Date Placeholder 1">
            <a:extLst>
              <a:ext uri="{FF2B5EF4-FFF2-40B4-BE49-F238E27FC236}">
                <a16:creationId xmlns:a16="http://schemas.microsoft.com/office/drawing/2014/main" id="{E8CED210-DAB7-4C4B-BEF9-19F2DE53CFEF}"/>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9DEBB1D4-A39B-49DA-B068-1950AD759EA6}"/>
              </a:ext>
            </a:extLst>
          </p:cNvPr>
          <p:cNvSpPr>
            <a:spLocks noGrp="1"/>
          </p:cNvSpPr>
          <p:nvPr>
            <p:ph type="sldNum" sz="quarter" idx="12"/>
          </p:nvPr>
        </p:nvSpPr>
        <p:spPr/>
        <p:txBody>
          <a:bodyPr/>
          <a:lstStyle/>
          <a:p>
            <a:fld id="{273EEA2F-D825-49D3-9C25-497F06EFD3F7}" type="slidenum">
              <a:rPr lang="en-IN" smtClean="0"/>
              <a:t>15</a:t>
            </a:fld>
            <a:endParaRPr lang="en-IN"/>
          </a:p>
        </p:txBody>
      </p:sp>
      <p:sp>
        <p:nvSpPr>
          <p:cNvPr id="4" name="Title 3">
            <a:extLst>
              <a:ext uri="{FF2B5EF4-FFF2-40B4-BE49-F238E27FC236}">
                <a16:creationId xmlns:a16="http://schemas.microsoft.com/office/drawing/2014/main" id="{AB63695B-ECBF-4FDE-9588-9D7320524D37}"/>
              </a:ext>
            </a:extLst>
          </p:cNvPr>
          <p:cNvSpPr>
            <a:spLocks noGrp="1"/>
          </p:cNvSpPr>
          <p:nvPr>
            <p:ph type="title"/>
          </p:nvPr>
        </p:nvSpPr>
        <p:spPr>
          <a:xfrm>
            <a:off x="316679" y="121966"/>
            <a:ext cx="7169971" cy="382564"/>
          </a:xfrm>
        </p:spPr>
        <p:txBody>
          <a:bodyPr/>
          <a:lstStyle/>
          <a:p>
            <a:r>
              <a:rPr lang="en-US" b="1" dirty="0"/>
              <a:t>Methods to treat missing values</a:t>
            </a:r>
            <a:endParaRPr lang="en-IN" dirty="0"/>
          </a:p>
        </p:txBody>
      </p:sp>
      <p:sp>
        <p:nvSpPr>
          <p:cNvPr id="6" name="Rectangle 5">
            <a:extLst>
              <a:ext uri="{FF2B5EF4-FFF2-40B4-BE49-F238E27FC236}">
                <a16:creationId xmlns:a16="http://schemas.microsoft.com/office/drawing/2014/main" id="{7552B5C6-6B95-41B4-8F54-747FA64DBC36}"/>
              </a:ext>
            </a:extLst>
          </p:cNvPr>
          <p:cNvSpPr/>
          <p:nvPr/>
        </p:nvSpPr>
        <p:spPr>
          <a:xfrm>
            <a:off x="1907544" y="1982871"/>
            <a:ext cx="6717024" cy="954107"/>
          </a:xfrm>
          <a:prstGeom prst="rect">
            <a:avLst/>
          </a:prstGeom>
        </p:spPr>
        <p:txBody>
          <a:bodyPr wrap="square">
            <a:spAutoFit/>
          </a:bodyPr>
          <a:lstStyle/>
          <a:p>
            <a:r>
              <a:rPr lang="en-IN" sz="1400" b="1" dirty="0">
                <a:solidFill>
                  <a:srgbClr val="333333"/>
                </a:solidFill>
                <a:latin typeface="Gill Sans MT" panose="020B0502020104020203" pitchFamily="34" charset="0"/>
              </a:rPr>
              <a:t>Mean/ Mode/ Median Imputation </a:t>
            </a:r>
            <a:r>
              <a:rPr lang="en-US" sz="1400" dirty="0">
                <a:latin typeface="Gill Sans MT" panose="020B0502020104020203" pitchFamily="34" charset="0"/>
              </a:rPr>
              <a:t>Mean / Mode / Median imputation is one of the most frequently used methods. It consists of replacing the missing data for a given attribute by the mean or median (quantitative attribute) or mode (qualitative attribute) of all known values of that variable.</a:t>
            </a:r>
            <a:endParaRPr lang="en-IN" sz="1400" dirty="0">
              <a:latin typeface="Gill Sans MT" panose="020B0502020104020203" pitchFamily="34" charset="0"/>
            </a:endParaRPr>
          </a:p>
        </p:txBody>
      </p:sp>
      <p:sp>
        <p:nvSpPr>
          <p:cNvPr id="7" name="Rectangle 6">
            <a:extLst>
              <a:ext uri="{FF2B5EF4-FFF2-40B4-BE49-F238E27FC236}">
                <a16:creationId xmlns:a16="http://schemas.microsoft.com/office/drawing/2014/main" id="{A6C5767C-94E9-45B6-BD1B-753398F2AEDF}"/>
              </a:ext>
            </a:extLst>
          </p:cNvPr>
          <p:cNvSpPr/>
          <p:nvPr/>
        </p:nvSpPr>
        <p:spPr>
          <a:xfrm>
            <a:off x="424172" y="3236424"/>
            <a:ext cx="5942337" cy="1384995"/>
          </a:xfrm>
          <a:prstGeom prst="rect">
            <a:avLst/>
          </a:prstGeom>
        </p:spPr>
        <p:txBody>
          <a:bodyPr wrap="square">
            <a:spAutoFit/>
          </a:bodyPr>
          <a:lstStyle/>
          <a:p>
            <a:r>
              <a:rPr lang="en-IN" sz="1400" b="1" dirty="0">
                <a:solidFill>
                  <a:srgbClr val="333333"/>
                </a:solidFill>
                <a:latin typeface="Gill Sans MT" panose="020B0502020104020203" pitchFamily="34" charset="0"/>
              </a:rPr>
              <a:t>Prediction Model </a:t>
            </a:r>
            <a:r>
              <a:rPr lang="en-US" sz="1400" dirty="0">
                <a:latin typeface="Gill Sans MT" panose="020B0502020104020203" pitchFamily="34" charset="0"/>
              </a:rPr>
              <a:t>we create a predictive model to estimate values that will substitute the missing data.  In this case, we divide our data set into two sets: One set with no missing values for the variable and another one with missing values. First data set become training data set of the model while second data set with missing values is test data set and variable with missing values is treated as target variable.</a:t>
            </a:r>
            <a:endParaRPr lang="en-IN" sz="1400" dirty="0">
              <a:latin typeface="Gill Sans MT" panose="020B0502020104020203" pitchFamily="34" charset="0"/>
            </a:endParaRPr>
          </a:p>
        </p:txBody>
      </p:sp>
      <p:sp>
        <p:nvSpPr>
          <p:cNvPr id="5" name="Rectangle 4">
            <a:extLst>
              <a:ext uri="{FF2B5EF4-FFF2-40B4-BE49-F238E27FC236}">
                <a16:creationId xmlns:a16="http://schemas.microsoft.com/office/drawing/2014/main" id="{9CFB5E74-4471-4F3C-817D-602CFEB49076}"/>
              </a:ext>
            </a:extLst>
          </p:cNvPr>
          <p:cNvSpPr/>
          <p:nvPr/>
        </p:nvSpPr>
        <p:spPr>
          <a:xfrm>
            <a:off x="1657350" y="973567"/>
            <a:ext cx="6967218" cy="738664"/>
          </a:xfrm>
          <a:prstGeom prst="rect">
            <a:avLst/>
          </a:prstGeom>
        </p:spPr>
        <p:txBody>
          <a:bodyPr wrap="square">
            <a:spAutoFit/>
          </a:bodyPr>
          <a:lstStyle/>
          <a:p>
            <a:r>
              <a:rPr lang="en-IN" sz="1400" b="1" dirty="0">
                <a:solidFill>
                  <a:srgbClr val="333333"/>
                </a:solidFill>
                <a:latin typeface="Gill Sans MT" panose="020B0502020104020203" pitchFamily="34" charset="0"/>
              </a:rPr>
              <a:t>Data – deletion </a:t>
            </a:r>
            <a:r>
              <a:rPr lang="en-US" sz="1400" dirty="0">
                <a:latin typeface="Gill Sans MT" panose="020B0502020104020203" pitchFamily="34" charset="0"/>
              </a:rPr>
              <a:t>Deletion methods are used when the nature of missing data is “</a:t>
            </a:r>
            <a:r>
              <a:rPr lang="en-US" sz="1400" b="1" dirty="0">
                <a:latin typeface="Gill Sans MT" panose="020B0502020104020203" pitchFamily="34" charset="0"/>
              </a:rPr>
              <a:t>Missing completely at random</a:t>
            </a:r>
            <a:r>
              <a:rPr lang="en-US" sz="1400" dirty="0">
                <a:latin typeface="Gill Sans MT" panose="020B0502020104020203" pitchFamily="34" charset="0"/>
              </a:rPr>
              <a:t>” or we have good amount of data and the data loss would be really low ,else non-random missing values can bias the model output</a:t>
            </a:r>
            <a:endParaRPr lang="en-IN" sz="1400" dirty="0">
              <a:latin typeface="Gill Sans MT" panose="020B0502020104020203" pitchFamily="34" charset="0"/>
            </a:endParaRPr>
          </a:p>
        </p:txBody>
      </p:sp>
      <p:pic>
        <p:nvPicPr>
          <p:cNvPr id="4098" name="Picture 2" descr="Image result for data deletion icon">
            <a:extLst>
              <a:ext uri="{FF2B5EF4-FFF2-40B4-BE49-F238E27FC236}">
                <a16:creationId xmlns:a16="http://schemas.microsoft.com/office/drawing/2014/main" id="{DAE0FD5F-7224-463C-8D1C-FC4282BCEE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650" y="864883"/>
            <a:ext cx="777240" cy="106093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mean median mode imputation icon">
            <a:extLst>
              <a:ext uri="{FF2B5EF4-FFF2-40B4-BE49-F238E27FC236}">
                <a16:creationId xmlns:a16="http://schemas.microsoft.com/office/drawing/2014/main" id="{5FCBCEB4-8BF6-4768-9D0C-DC2E80D68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73" y="2070056"/>
            <a:ext cx="1314449" cy="985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112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30ED36-A35E-40D6-913E-470A637E29CA}"/>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B9E372B9-CACE-4DF0-9B2B-FDB5A43E02AB}"/>
              </a:ext>
            </a:extLst>
          </p:cNvPr>
          <p:cNvSpPr>
            <a:spLocks noGrp="1"/>
          </p:cNvSpPr>
          <p:nvPr>
            <p:ph type="sldNum" sz="quarter" idx="12"/>
          </p:nvPr>
        </p:nvSpPr>
        <p:spPr/>
        <p:txBody>
          <a:bodyPr/>
          <a:lstStyle/>
          <a:p>
            <a:fld id="{273EEA2F-D825-49D3-9C25-497F06EFD3F7}" type="slidenum">
              <a:rPr lang="en-IN" smtClean="0"/>
              <a:t>16</a:t>
            </a:fld>
            <a:endParaRPr lang="en-IN"/>
          </a:p>
        </p:txBody>
      </p:sp>
      <p:sp>
        <p:nvSpPr>
          <p:cNvPr id="4" name="Title 3">
            <a:extLst>
              <a:ext uri="{FF2B5EF4-FFF2-40B4-BE49-F238E27FC236}">
                <a16:creationId xmlns:a16="http://schemas.microsoft.com/office/drawing/2014/main" id="{0AA0C8C9-0A9B-4351-A601-96543ABA2141}"/>
              </a:ext>
            </a:extLst>
          </p:cNvPr>
          <p:cNvSpPr>
            <a:spLocks noGrp="1"/>
          </p:cNvSpPr>
          <p:nvPr>
            <p:ph type="title"/>
          </p:nvPr>
        </p:nvSpPr>
        <p:spPr>
          <a:xfrm>
            <a:off x="316679" y="121966"/>
            <a:ext cx="7326767" cy="382564"/>
          </a:xfrm>
        </p:spPr>
        <p:txBody>
          <a:bodyPr/>
          <a:lstStyle/>
          <a:p>
            <a:r>
              <a:rPr lang="en-US" dirty="0">
                <a:latin typeface="Proxima Nova Light" panose="02000506030000020004" pitchFamily="2" charset="77"/>
              </a:rPr>
              <a:t>What is Exploratory Data Analysis?</a:t>
            </a:r>
            <a:endParaRPr lang="en-IN" dirty="0"/>
          </a:p>
        </p:txBody>
      </p:sp>
      <p:pic>
        <p:nvPicPr>
          <p:cNvPr id="5" name="Picture 2" descr="Image result for statistics">
            <a:extLst>
              <a:ext uri="{FF2B5EF4-FFF2-40B4-BE49-F238E27FC236}">
                <a16:creationId xmlns:a16="http://schemas.microsoft.com/office/drawing/2014/main" id="{3D7FD80F-A1EF-4449-AB1B-EDE1E59996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12673" y="938411"/>
            <a:ext cx="3786303" cy="283578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E9E38E4-DD71-4B41-8290-DEAF730F1D89}"/>
              </a:ext>
            </a:extLst>
          </p:cNvPr>
          <p:cNvSpPr/>
          <p:nvPr/>
        </p:nvSpPr>
        <p:spPr>
          <a:xfrm>
            <a:off x="655002" y="876420"/>
            <a:ext cx="5021873" cy="1323439"/>
          </a:xfrm>
          <a:prstGeom prst="rect">
            <a:avLst/>
          </a:prstGeom>
        </p:spPr>
        <p:txBody>
          <a:bodyPr wrap="square">
            <a:spAutoFit/>
          </a:bodyPr>
          <a:lstStyle/>
          <a:p>
            <a:pPr algn="ctr"/>
            <a:r>
              <a:rPr lang="en-US" sz="1600" dirty="0">
                <a:latin typeface="Gill Sans MT" panose="020B0502020104020203" pitchFamily="34" charset="0"/>
              </a:rPr>
              <a:t>“</a:t>
            </a:r>
            <a:r>
              <a:rPr lang="en-US" sz="1600" dirty="0">
                <a:solidFill>
                  <a:srgbClr val="FF0000"/>
                </a:solidFill>
                <a:latin typeface="Gill Sans MT" panose="020B0502020104020203" pitchFamily="34" charset="0"/>
              </a:rPr>
              <a:t> Exploratory Data Analysis refers to the critical process of performing initial investigations on data so as to discover patterns, to spot anomalies, to test hypothesis and to check assumptions with the help of summary statistics and graphical representations.</a:t>
            </a:r>
            <a:r>
              <a:rPr lang="en-US" sz="1600" dirty="0">
                <a:latin typeface="Gill Sans MT" panose="020B0502020104020203" pitchFamily="34" charset="0"/>
              </a:rPr>
              <a:t>”</a:t>
            </a:r>
            <a:endParaRPr lang="en-IN" sz="1600" dirty="0">
              <a:latin typeface="Gill Sans MT" panose="020B0502020104020203" pitchFamily="34" charset="0"/>
            </a:endParaRPr>
          </a:p>
        </p:txBody>
      </p:sp>
      <p:grpSp>
        <p:nvGrpSpPr>
          <p:cNvPr id="7" name="Group 6">
            <a:extLst>
              <a:ext uri="{FF2B5EF4-FFF2-40B4-BE49-F238E27FC236}">
                <a16:creationId xmlns:a16="http://schemas.microsoft.com/office/drawing/2014/main" id="{7E950C76-736D-4A3E-877D-FE0CBEFC81EA}"/>
              </a:ext>
            </a:extLst>
          </p:cNvPr>
          <p:cNvGrpSpPr/>
          <p:nvPr/>
        </p:nvGrpSpPr>
        <p:grpSpPr>
          <a:xfrm>
            <a:off x="480526" y="2571749"/>
            <a:ext cx="5110650" cy="1554778"/>
            <a:chOff x="651615" y="1461633"/>
            <a:chExt cx="5420899" cy="919608"/>
          </a:xfrm>
        </p:grpSpPr>
        <p:sp>
          <p:nvSpPr>
            <p:cNvPr id="8" name="Rectangle 7">
              <a:extLst>
                <a:ext uri="{FF2B5EF4-FFF2-40B4-BE49-F238E27FC236}">
                  <a16:creationId xmlns:a16="http://schemas.microsoft.com/office/drawing/2014/main" id="{52D6B782-7C00-44C1-8004-FB82D54186C8}"/>
                </a:ext>
              </a:extLst>
            </p:cNvPr>
            <p:cNvSpPr/>
            <p:nvPr/>
          </p:nvSpPr>
          <p:spPr>
            <a:xfrm>
              <a:off x="651615" y="1461633"/>
              <a:ext cx="1392981" cy="218450"/>
            </a:xfrm>
            <a:prstGeom prst="rect">
              <a:avLst/>
            </a:prstGeom>
          </p:spPr>
          <p:txBody>
            <a:bodyPr wrap="none">
              <a:spAutoFit/>
            </a:bodyPr>
            <a:lstStyle/>
            <a:p>
              <a:r>
                <a:rPr lang="en-US" dirty="0"/>
                <a:t>kinds of data source</a:t>
              </a:r>
              <a:endParaRPr lang="en-US" b="1" dirty="0"/>
            </a:p>
          </p:txBody>
        </p:sp>
        <p:sp>
          <p:nvSpPr>
            <p:cNvPr id="9" name="Rectangle 8">
              <a:extLst>
                <a:ext uri="{FF2B5EF4-FFF2-40B4-BE49-F238E27FC236}">
                  <a16:creationId xmlns:a16="http://schemas.microsoft.com/office/drawing/2014/main" id="{BD4A7413-9E79-49B8-9F47-B79176F8AD1C}"/>
                </a:ext>
              </a:extLst>
            </p:cNvPr>
            <p:cNvSpPr/>
            <p:nvPr/>
          </p:nvSpPr>
          <p:spPr>
            <a:xfrm>
              <a:off x="897913" y="1780504"/>
              <a:ext cx="5174601" cy="600737"/>
            </a:xfrm>
            <a:prstGeom prst="rect">
              <a:avLst/>
            </a:prstGeom>
          </p:spPr>
          <p:txBody>
            <a:bodyPr wrap="square">
              <a:spAutoFit/>
            </a:bodyPr>
            <a:lstStyle/>
            <a:p>
              <a:r>
                <a:rPr lang="en-US" sz="1200" b="1" dirty="0"/>
                <a:t>Public data</a:t>
              </a:r>
              <a:r>
                <a:rPr lang="en-US" sz="1200" dirty="0"/>
                <a:t>: Data collected by the government or other public agencies that are made public for the purposes of research are known as Public data.</a:t>
              </a:r>
            </a:p>
            <a:p>
              <a:r>
                <a:rPr lang="en-US" sz="1200" dirty="0"/>
                <a:t> </a:t>
              </a:r>
            </a:p>
            <a:p>
              <a:r>
                <a:rPr lang="en-US" sz="1200" b="1" dirty="0"/>
                <a:t>Private data</a:t>
              </a:r>
              <a:r>
                <a:rPr lang="en-US" sz="1200" dirty="0"/>
                <a:t>: Data generated by Banking, telecom, retail, and media are some of the key private sectors that rely heavily on data to make decisions.</a:t>
              </a:r>
            </a:p>
          </p:txBody>
        </p:sp>
      </p:grpSp>
    </p:spTree>
    <p:extLst>
      <p:ext uri="{BB962C8B-B14F-4D97-AF65-F5344CB8AC3E}">
        <p14:creationId xmlns:p14="http://schemas.microsoft.com/office/powerpoint/2010/main" val="482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9F5A9-466C-4895-B4BA-103DE495153C}"/>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CBF78B92-7372-4230-B0DD-EFF6F7713C55}"/>
              </a:ext>
            </a:extLst>
          </p:cNvPr>
          <p:cNvSpPr>
            <a:spLocks noGrp="1"/>
          </p:cNvSpPr>
          <p:nvPr>
            <p:ph type="sldNum" sz="quarter" idx="12"/>
          </p:nvPr>
        </p:nvSpPr>
        <p:spPr/>
        <p:txBody>
          <a:bodyPr/>
          <a:lstStyle/>
          <a:p>
            <a:fld id="{273EEA2F-D825-49D3-9C25-497F06EFD3F7}" type="slidenum">
              <a:rPr lang="en-IN" smtClean="0"/>
              <a:t>17</a:t>
            </a:fld>
            <a:endParaRPr lang="en-IN"/>
          </a:p>
        </p:txBody>
      </p:sp>
      <p:sp>
        <p:nvSpPr>
          <p:cNvPr id="4" name="Title 3">
            <a:extLst>
              <a:ext uri="{FF2B5EF4-FFF2-40B4-BE49-F238E27FC236}">
                <a16:creationId xmlns:a16="http://schemas.microsoft.com/office/drawing/2014/main" id="{6BBF035A-901C-4DFA-B538-95ACECD687F4}"/>
              </a:ext>
            </a:extLst>
          </p:cNvPr>
          <p:cNvSpPr>
            <a:spLocks noGrp="1"/>
          </p:cNvSpPr>
          <p:nvPr>
            <p:ph type="title"/>
          </p:nvPr>
        </p:nvSpPr>
        <p:spPr>
          <a:xfrm>
            <a:off x="316679" y="121966"/>
            <a:ext cx="6861361" cy="382564"/>
          </a:xfrm>
        </p:spPr>
        <p:txBody>
          <a:bodyPr/>
          <a:lstStyle/>
          <a:p>
            <a:r>
              <a:rPr lang="en-IN" dirty="0"/>
              <a:t>Univariate Analysis</a:t>
            </a:r>
          </a:p>
        </p:txBody>
      </p:sp>
      <p:sp>
        <p:nvSpPr>
          <p:cNvPr id="5" name="Rectangle 4">
            <a:extLst>
              <a:ext uri="{FF2B5EF4-FFF2-40B4-BE49-F238E27FC236}">
                <a16:creationId xmlns:a16="http://schemas.microsoft.com/office/drawing/2014/main" id="{01BE0795-8B57-4118-8714-D3854547903C}"/>
              </a:ext>
            </a:extLst>
          </p:cNvPr>
          <p:cNvSpPr/>
          <p:nvPr/>
        </p:nvSpPr>
        <p:spPr>
          <a:xfrm>
            <a:off x="765810" y="914668"/>
            <a:ext cx="7338060" cy="923330"/>
          </a:xfrm>
          <a:prstGeom prst="rect">
            <a:avLst/>
          </a:prstGeom>
        </p:spPr>
        <p:txBody>
          <a:bodyPr wrap="square">
            <a:spAutoFit/>
          </a:bodyPr>
          <a:lstStyle/>
          <a:p>
            <a:pPr algn="ctr"/>
            <a:r>
              <a:rPr lang="en-US" dirty="0">
                <a:solidFill>
                  <a:srgbClr val="595858"/>
                </a:solidFill>
                <a:latin typeface="roboto"/>
              </a:rPr>
              <a:t>At this stage, we explore variables one by one. Method to perform univariate analysis will depend on whether the variable type is categorical or continuous.</a:t>
            </a:r>
            <a:endParaRPr lang="en-US" b="0" i="0" dirty="0">
              <a:solidFill>
                <a:srgbClr val="595858"/>
              </a:solidFill>
              <a:effectLst/>
              <a:latin typeface="roboto"/>
            </a:endParaRPr>
          </a:p>
        </p:txBody>
      </p:sp>
      <p:pic>
        <p:nvPicPr>
          <p:cNvPr id="1026" name="Picture 2" descr="Data Exploration, Business Analytics">
            <a:extLst>
              <a:ext uri="{FF2B5EF4-FFF2-40B4-BE49-F238E27FC236}">
                <a16:creationId xmlns:a16="http://schemas.microsoft.com/office/drawing/2014/main" id="{1BB9EB29-9B67-496D-A918-02FED2C21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7" y="2248136"/>
            <a:ext cx="7858125" cy="140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4660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07C0B6-2FB0-4D7E-B2ED-E289ECBBFFD7}"/>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845D0479-EED2-4602-8E2E-E22FCC86D61E}"/>
              </a:ext>
            </a:extLst>
          </p:cNvPr>
          <p:cNvSpPr>
            <a:spLocks noGrp="1"/>
          </p:cNvSpPr>
          <p:nvPr>
            <p:ph type="sldNum" sz="quarter" idx="12"/>
          </p:nvPr>
        </p:nvSpPr>
        <p:spPr/>
        <p:txBody>
          <a:bodyPr/>
          <a:lstStyle/>
          <a:p>
            <a:fld id="{273EEA2F-D825-49D3-9C25-497F06EFD3F7}" type="slidenum">
              <a:rPr lang="en-IN" smtClean="0"/>
              <a:t>18</a:t>
            </a:fld>
            <a:endParaRPr lang="en-IN"/>
          </a:p>
        </p:txBody>
      </p:sp>
      <p:sp>
        <p:nvSpPr>
          <p:cNvPr id="4" name="Title 3">
            <a:extLst>
              <a:ext uri="{FF2B5EF4-FFF2-40B4-BE49-F238E27FC236}">
                <a16:creationId xmlns:a16="http://schemas.microsoft.com/office/drawing/2014/main" id="{FA09A67A-1E9C-46FA-8E4B-F6C16E0528EA}"/>
              </a:ext>
            </a:extLst>
          </p:cNvPr>
          <p:cNvSpPr>
            <a:spLocks noGrp="1"/>
          </p:cNvSpPr>
          <p:nvPr>
            <p:ph type="title"/>
          </p:nvPr>
        </p:nvSpPr>
        <p:spPr>
          <a:xfrm>
            <a:off x="316679" y="121966"/>
            <a:ext cx="6324151" cy="382564"/>
          </a:xfrm>
        </p:spPr>
        <p:txBody>
          <a:bodyPr/>
          <a:lstStyle/>
          <a:p>
            <a:r>
              <a:rPr lang="en-IN" dirty="0"/>
              <a:t>Continuous vs continuous</a:t>
            </a:r>
          </a:p>
        </p:txBody>
      </p:sp>
      <p:pic>
        <p:nvPicPr>
          <p:cNvPr id="5" name="Picture 2" descr="Data Exploration, Business Analytics">
            <a:extLst>
              <a:ext uri="{FF2B5EF4-FFF2-40B4-BE49-F238E27FC236}">
                <a16:creationId xmlns:a16="http://schemas.microsoft.com/office/drawing/2014/main" id="{3D729FBE-7285-4BED-BF8C-923D602099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0193" y="1410872"/>
            <a:ext cx="3183983" cy="2450048"/>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B2072B2C-8CC9-40DE-9E9C-8AAA4D7E1575}"/>
              </a:ext>
            </a:extLst>
          </p:cNvPr>
          <p:cNvSpPr/>
          <p:nvPr/>
        </p:nvSpPr>
        <p:spPr>
          <a:xfrm>
            <a:off x="609824" y="1554809"/>
            <a:ext cx="4572000" cy="2585323"/>
          </a:xfrm>
          <a:prstGeom prst="rect">
            <a:avLst/>
          </a:prstGeom>
        </p:spPr>
        <p:txBody>
          <a:bodyPr>
            <a:spAutoFit/>
          </a:bodyPr>
          <a:lstStyle/>
          <a:p>
            <a:pPr algn="just"/>
            <a:r>
              <a:rPr lang="en-US" dirty="0">
                <a:solidFill>
                  <a:srgbClr val="595858"/>
                </a:solidFill>
                <a:latin typeface="roboto"/>
              </a:rPr>
              <a:t>While doing bi-variate analysis between two continuous variables, we should look at scatter plots. It is a nifty way to find out the relationship between two variables. The pattern of scatter plot indicates the relationship between variables. The relationship can be linear or non-linear.</a:t>
            </a:r>
          </a:p>
          <a:p>
            <a:br>
              <a:rPr lang="en-US" u="sng" dirty="0">
                <a:solidFill>
                  <a:srgbClr val="0037EE"/>
                </a:solidFill>
                <a:latin typeface="roboto"/>
                <a:hlinkClick r:id="rId3"/>
              </a:rPr>
            </a:br>
            <a:endParaRPr lang="en-IN" dirty="0"/>
          </a:p>
        </p:txBody>
      </p:sp>
    </p:spTree>
    <p:extLst>
      <p:ext uri="{BB962C8B-B14F-4D97-AF65-F5344CB8AC3E}">
        <p14:creationId xmlns:p14="http://schemas.microsoft.com/office/powerpoint/2010/main" val="2442061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D77014-07C3-4D80-8898-398FDD7BA739}"/>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FA551716-7A09-4C93-BF06-E59BCF8AC59E}"/>
              </a:ext>
            </a:extLst>
          </p:cNvPr>
          <p:cNvSpPr>
            <a:spLocks noGrp="1"/>
          </p:cNvSpPr>
          <p:nvPr>
            <p:ph type="sldNum" sz="quarter" idx="12"/>
          </p:nvPr>
        </p:nvSpPr>
        <p:spPr/>
        <p:txBody>
          <a:bodyPr/>
          <a:lstStyle/>
          <a:p>
            <a:fld id="{273EEA2F-D825-49D3-9C25-497F06EFD3F7}" type="slidenum">
              <a:rPr lang="en-IN" smtClean="0"/>
              <a:t>19</a:t>
            </a:fld>
            <a:endParaRPr lang="en-IN"/>
          </a:p>
        </p:txBody>
      </p:sp>
      <p:sp>
        <p:nvSpPr>
          <p:cNvPr id="4" name="Title 3">
            <a:extLst>
              <a:ext uri="{FF2B5EF4-FFF2-40B4-BE49-F238E27FC236}">
                <a16:creationId xmlns:a16="http://schemas.microsoft.com/office/drawing/2014/main" id="{5AE97E0B-5A92-418D-A3D8-71B4395FD671}"/>
              </a:ext>
            </a:extLst>
          </p:cNvPr>
          <p:cNvSpPr>
            <a:spLocks noGrp="1"/>
          </p:cNvSpPr>
          <p:nvPr>
            <p:ph type="title"/>
          </p:nvPr>
        </p:nvSpPr>
        <p:spPr>
          <a:xfrm>
            <a:off x="316679" y="121966"/>
            <a:ext cx="6141271" cy="382564"/>
          </a:xfrm>
        </p:spPr>
        <p:txBody>
          <a:bodyPr/>
          <a:lstStyle/>
          <a:p>
            <a:r>
              <a:rPr lang="en-IN" dirty="0"/>
              <a:t>Categorical &amp; Categorical</a:t>
            </a:r>
          </a:p>
        </p:txBody>
      </p:sp>
      <p:pic>
        <p:nvPicPr>
          <p:cNvPr id="6" name="Picture 4" descr="Data Exploration, Business Analytics, Stacked Column Chart, Two-Way Table">
            <a:extLst>
              <a:ext uri="{FF2B5EF4-FFF2-40B4-BE49-F238E27FC236}">
                <a16:creationId xmlns:a16="http://schemas.microsoft.com/office/drawing/2014/main" id="{5062A2E0-CDC1-41E5-97ED-4DA94EFA1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550" y="956233"/>
            <a:ext cx="8010900" cy="143329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D50F1B1-F218-4335-AE00-51360746BBBB}"/>
              </a:ext>
            </a:extLst>
          </p:cNvPr>
          <p:cNvSpPr/>
          <p:nvPr/>
        </p:nvSpPr>
        <p:spPr>
          <a:xfrm>
            <a:off x="680084" y="2617607"/>
            <a:ext cx="7783831" cy="1569660"/>
          </a:xfrm>
          <a:prstGeom prst="rect">
            <a:avLst/>
          </a:prstGeom>
        </p:spPr>
        <p:txBody>
          <a:bodyPr wrap="square">
            <a:spAutoFit/>
          </a:bodyPr>
          <a:lstStyle/>
          <a:p>
            <a:pPr algn="just"/>
            <a:r>
              <a:rPr lang="en-US" sz="1600" b="1" dirty="0">
                <a:solidFill>
                  <a:srgbClr val="FF0000"/>
                </a:solidFill>
                <a:latin typeface="roboto"/>
              </a:rPr>
              <a:t>Two-way table</a:t>
            </a:r>
            <a:r>
              <a:rPr lang="en-US" sz="1600" b="1" dirty="0">
                <a:solidFill>
                  <a:srgbClr val="333333"/>
                </a:solidFill>
                <a:latin typeface="roboto"/>
              </a:rPr>
              <a:t>:</a:t>
            </a:r>
            <a:r>
              <a:rPr lang="en-US" sz="1600" dirty="0">
                <a:solidFill>
                  <a:srgbClr val="595858"/>
                </a:solidFill>
                <a:latin typeface="roboto"/>
              </a:rPr>
              <a:t> We can start analyzing the relationship by creating a two-way table of count and count%. The rows represents the category of one variable and the columns represent the categories of the other variable. We show count or count% of observations available in each combination of row and column categories.</a:t>
            </a:r>
          </a:p>
          <a:p>
            <a:pPr algn="just">
              <a:buFont typeface="Arial" panose="020B0604020202020204" pitchFamily="34" charset="0"/>
              <a:buChar char="•"/>
            </a:pPr>
            <a:endParaRPr lang="en-US" sz="1600" dirty="0">
              <a:solidFill>
                <a:srgbClr val="FF0000"/>
              </a:solidFill>
              <a:latin typeface="roboto"/>
            </a:endParaRPr>
          </a:p>
          <a:p>
            <a:pPr algn="just"/>
            <a:r>
              <a:rPr lang="en-US" sz="1600" b="1" dirty="0">
                <a:solidFill>
                  <a:srgbClr val="FF0000"/>
                </a:solidFill>
                <a:latin typeface="roboto"/>
              </a:rPr>
              <a:t>Stacked Column Chart</a:t>
            </a:r>
            <a:r>
              <a:rPr lang="en-US" sz="1600" b="1" dirty="0">
                <a:solidFill>
                  <a:srgbClr val="333333"/>
                </a:solidFill>
                <a:latin typeface="roboto"/>
              </a:rPr>
              <a:t>: </a:t>
            </a:r>
            <a:r>
              <a:rPr lang="en-US" sz="1600" dirty="0">
                <a:solidFill>
                  <a:srgbClr val="595858"/>
                </a:solidFill>
                <a:latin typeface="roboto"/>
              </a:rPr>
              <a:t>This method is more of a visual form of Two-way table.</a:t>
            </a:r>
            <a:endParaRPr lang="en-US" sz="1600" b="0" i="0" dirty="0">
              <a:solidFill>
                <a:srgbClr val="595858"/>
              </a:solidFill>
              <a:effectLst/>
              <a:latin typeface="roboto"/>
            </a:endParaRPr>
          </a:p>
        </p:txBody>
      </p:sp>
    </p:spTree>
    <p:extLst>
      <p:ext uri="{BB962C8B-B14F-4D97-AF65-F5344CB8AC3E}">
        <p14:creationId xmlns:p14="http://schemas.microsoft.com/office/powerpoint/2010/main" val="3363062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E33EC-D74C-4205-8F2B-AA60F4EFE91B}"/>
              </a:ext>
            </a:extLst>
          </p:cNvPr>
          <p:cNvSpPr>
            <a:spLocks noGrp="1"/>
          </p:cNvSpPr>
          <p:nvPr>
            <p:ph type="dt" sz="half" idx="10"/>
          </p:nvPr>
        </p:nvSpPr>
        <p:spPr/>
        <p:txBody>
          <a:bodyPr/>
          <a:lstStyle/>
          <a:p>
            <a:fld id="{24A60580-2B70-6940-B3F0-E4F8AB7AA3B6}" type="datetime1">
              <a:rPr lang="en-IN" smtClean="0"/>
              <a:t>27-03-2021</a:t>
            </a:fld>
            <a:endParaRPr lang="en-IN"/>
          </a:p>
        </p:txBody>
      </p:sp>
      <p:sp>
        <p:nvSpPr>
          <p:cNvPr id="3" name="Slide Number Placeholder 2">
            <a:extLst>
              <a:ext uri="{FF2B5EF4-FFF2-40B4-BE49-F238E27FC236}">
                <a16:creationId xmlns:a16="http://schemas.microsoft.com/office/drawing/2014/main" id="{12C7F8F4-A03D-4EEB-9280-AFF121334779}"/>
              </a:ext>
            </a:extLst>
          </p:cNvPr>
          <p:cNvSpPr>
            <a:spLocks noGrp="1"/>
          </p:cNvSpPr>
          <p:nvPr>
            <p:ph type="sldNum" sz="quarter" idx="12"/>
          </p:nvPr>
        </p:nvSpPr>
        <p:spPr/>
        <p:txBody>
          <a:bodyPr/>
          <a:lstStyle/>
          <a:p>
            <a:fld id="{273EEA2F-D825-49D3-9C25-497F06EFD3F7}" type="slidenum">
              <a:rPr lang="en-IN" smtClean="0"/>
              <a:t>20</a:t>
            </a:fld>
            <a:endParaRPr lang="en-IN"/>
          </a:p>
        </p:txBody>
      </p:sp>
      <p:sp>
        <p:nvSpPr>
          <p:cNvPr id="4" name="Title 3">
            <a:extLst>
              <a:ext uri="{FF2B5EF4-FFF2-40B4-BE49-F238E27FC236}">
                <a16:creationId xmlns:a16="http://schemas.microsoft.com/office/drawing/2014/main" id="{6F839E34-8B37-47B8-AE2E-BFD8966F13B3}"/>
              </a:ext>
            </a:extLst>
          </p:cNvPr>
          <p:cNvSpPr>
            <a:spLocks noGrp="1"/>
          </p:cNvSpPr>
          <p:nvPr>
            <p:ph type="title"/>
          </p:nvPr>
        </p:nvSpPr>
        <p:spPr/>
        <p:txBody>
          <a:bodyPr/>
          <a:lstStyle/>
          <a:p>
            <a:r>
              <a:rPr lang="en-IN" dirty="0"/>
              <a:t>Categorical &amp; continuous</a:t>
            </a:r>
          </a:p>
        </p:txBody>
      </p:sp>
      <p:sp>
        <p:nvSpPr>
          <p:cNvPr id="5" name="Rectangle 4">
            <a:extLst>
              <a:ext uri="{FF2B5EF4-FFF2-40B4-BE49-F238E27FC236}">
                <a16:creationId xmlns:a16="http://schemas.microsoft.com/office/drawing/2014/main" id="{620E5344-0315-4423-9E42-F8BB30F02569}"/>
              </a:ext>
            </a:extLst>
          </p:cNvPr>
          <p:cNvSpPr/>
          <p:nvPr/>
        </p:nvSpPr>
        <p:spPr>
          <a:xfrm>
            <a:off x="754380" y="3779561"/>
            <a:ext cx="7566660" cy="523220"/>
          </a:xfrm>
          <a:prstGeom prst="rect">
            <a:avLst/>
          </a:prstGeom>
        </p:spPr>
        <p:txBody>
          <a:bodyPr wrap="square">
            <a:spAutoFit/>
          </a:bodyPr>
          <a:lstStyle/>
          <a:p>
            <a:r>
              <a:rPr lang="en-US" sz="1400" dirty="0">
                <a:solidFill>
                  <a:srgbClr val="595858"/>
                </a:solidFill>
                <a:latin typeface="Gill Sans MT" panose="020B0502020104020203" pitchFamily="34" charset="0"/>
              </a:rPr>
              <a:t>While exploring relation between categorical and continuous variables, we can draw box plots for each level of categorical variables</a:t>
            </a:r>
            <a:endParaRPr lang="en-IN" sz="1400" dirty="0">
              <a:latin typeface="Gill Sans MT" panose="020B0502020104020203" pitchFamily="34" charset="0"/>
            </a:endParaRPr>
          </a:p>
        </p:txBody>
      </p:sp>
      <p:pic>
        <p:nvPicPr>
          <p:cNvPr id="6" name="Picture 6" descr="Image result for per category box plots">
            <a:extLst>
              <a:ext uri="{FF2B5EF4-FFF2-40B4-BE49-F238E27FC236}">
                <a16:creationId xmlns:a16="http://schemas.microsoft.com/office/drawing/2014/main" id="{7FFE1121-43FC-461E-B7D0-C3A610B47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7440" y="1036626"/>
            <a:ext cx="4449118" cy="2464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599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DE9150F-F03E-BF4B-BE66-299E7500C2AC}"/>
              </a:ext>
            </a:extLst>
          </p:cNvPr>
          <p:cNvSpPr txBox="1">
            <a:spLocks/>
          </p:cNvSpPr>
          <p:nvPr/>
        </p:nvSpPr>
        <p:spPr>
          <a:xfrm>
            <a:off x="588903" y="1494591"/>
            <a:ext cx="6895272" cy="2610048"/>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Neue Plak" panose="020B0804030202020204" pitchFamily="34" charset="0"/>
                <a:ea typeface="+mj-ea"/>
                <a:cs typeface="+mj-cs"/>
              </a:defRPr>
            </a:lvl1pPr>
          </a:lstStyle>
          <a:p>
            <a:pPr algn="l"/>
            <a:r>
              <a:rPr lang="en-IN" sz="4000" dirty="0">
                <a:latin typeface="Proxima Nova Light" panose="02000506030000020004" pitchFamily="2" charset="77"/>
              </a:rPr>
              <a:t>Thank You!</a:t>
            </a:r>
          </a:p>
          <a:p>
            <a:pPr algn="l"/>
            <a:endParaRPr lang="en-IN" sz="3600" dirty="0">
              <a:latin typeface="Proxima Nova Light" panose="02000506030000020004" pitchFamily="2" charset="77"/>
            </a:endParaRPr>
          </a:p>
          <a:p>
            <a:pPr algn="l"/>
            <a:endParaRPr lang="en-IN" sz="900" dirty="0">
              <a:latin typeface="Proxima Nova Light" panose="02000506030000020004" pitchFamily="2" charset="77"/>
            </a:endParaRPr>
          </a:p>
        </p:txBody>
      </p:sp>
      <p:pic>
        <p:nvPicPr>
          <p:cNvPr id="4" name="Picture 3">
            <a:extLst>
              <a:ext uri="{FF2B5EF4-FFF2-40B4-BE49-F238E27FC236}">
                <a16:creationId xmlns:a16="http://schemas.microsoft.com/office/drawing/2014/main" id="{19D61CDC-9A94-4E56-8E69-4DD523DCC5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82370" y="0"/>
            <a:ext cx="1356542" cy="1577482"/>
          </a:xfrm>
          <a:prstGeom prst="rect">
            <a:avLst/>
          </a:prstGeom>
        </p:spPr>
      </p:pic>
      <p:sp>
        <p:nvSpPr>
          <p:cNvPr id="9" name="Text Placeholder 2">
            <a:extLst>
              <a:ext uri="{FF2B5EF4-FFF2-40B4-BE49-F238E27FC236}">
                <a16:creationId xmlns:a16="http://schemas.microsoft.com/office/drawing/2014/main" id="{675E4F9E-AA57-419B-B42E-F9560AF44A43}"/>
              </a:ext>
            </a:extLst>
          </p:cNvPr>
          <p:cNvSpPr txBox="1">
            <a:spLocks/>
          </p:cNvSpPr>
          <p:nvPr/>
        </p:nvSpPr>
        <p:spPr>
          <a:xfrm>
            <a:off x="1157110" y="716037"/>
            <a:ext cx="2603231" cy="131112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28" kern="1200">
                <a:solidFill>
                  <a:schemeClr val="tx1"/>
                </a:solidFill>
                <a:latin typeface="Proxima Nova Rg" panose="02000506030000020004" pitchFamily="50" charset="0"/>
                <a:ea typeface="+mn-ea"/>
                <a:cs typeface="+mn-cs"/>
              </a:defRPr>
            </a:lvl1pPr>
            <a:lvl2pPr marL="457200" indent="0" algn="l" defTabSz="914400" rtl="0" eaLnBrk="1" latinLnBrk="0" hangingPunct="1">
              <a:lnSpc>
                <a:spcPct val="90000"/>
              </a:lnSpc>
              <a:spcBef>
                <a:spcPts val="500"/>
              </a:spcBef>
              <a:buFontTx/>
              <a:buNone/>
              <a:defRPr sz="1620" b="1" kern="1200">
                <a:solidFill>
                  <a:schemeClr val="tx1"/>
                </a:solidFill>
                <a:latin typeface="Proxima Nova Rg" panose="02000506030000020004" pitchFamily="50" charset="0"/>
                <a:ea typeface="+mn-ea"/>
                <a:cs typeface="+mn-cs"/>
              </a:defRPr>
            </a:lvl2pPr>
            <a:lvl3pPr marL="914400" indent="0" algn="l" defTabSz="914400" rtl="0" eaLnBrk="1" latinLnBrk="0" hangingPunct="1">
              <a:lnSpc>
                <a:spcPct val="90000"/>
              </a:lnSpc>
              <a:spcBef>
                <a:spcPts val="500"/>
              </a:spcBef>
              <a:buFontTx/>
              <a:buNone/>
              <a:defRPr sz="125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400" dirty="0">
              <a:solidFill>
                <a:schemeClr val="bg1"/>
              </a:solidFill>
            </a:endParaRPr>
          </a:p>
          <a:p>
            <a:r>
              <a:rPr lang="en-US" sz="1400" i="1" dirty="0"/>
              <a:t>    #LifeKoKaroLift</a:t>
            </a:r>
          </a:p>
        </p:txBody>
      </p:sp>
      <p:sp>
        <p:nvSpPr>
          <p:cNvPr id="2" name="Date Placeholder 1"/>
          <p:cNvSpPr>
            <a:spLocks noGrp="1"/>
          </p:cNvSpPr>
          <p:nvPr>
            <p:ph type="dt" sz="half" idx="10"/>
          </p:nvPr>
        </p:nvSpPr>
        <p:spPr/>
        <p:txBody>
          <a:bodyPr/>
          <a:lstStyle/>
          <a:p>
            <a:fld id="{05F9FE4C-6887-C742-8AA6-90375168B633}" type="datetime1">
              <a:rPr lang="en-IN" smtClean="0"/>
              <a:t>27-03-2021</a:t>
            </a:fld>
            <a:endParaRPr lang="en-IN" dirty="0"/>
          </a:p>
        </p:txBody>
      </p:sp>
      <p:sp>
        <p:nvSpPr>
          <p:cNvPr id="3" name="Slide Number Placeholder 2"/>
          <p:cNvSpPr>
            <a:spLocks noGrp="1"/>
          </p:cNvSpPr>
          <p:nvPr>
            <p:ph type="sldNum" sz="quarter" idx="12"/>
          </p:nvPr>
        </p:nvSpPr>
        <p:spPr>
          <a:xfrm>
            <a:off x="6553670" y="4516965"/>
            <a:ext cx="2057400" cy="273844"/>
          </a:xfrm>
        </p:spPr>
        <p:txBody>
          <a:bodyPr/>
          <a:lstStyle/>
          <a:p>
            <a:r>
              <a:rPr lang="en-IN" dirty="0"/>
              <a:t>21</a:t>
            </a:r>
          </a:p>
        </p:txBody>
      </p:sp>
    </p:spTree>
    <p:extLst>
      <p:ext uri="{BB962C8B-B14F-4D97-AF65-F5344CB8AC3E}">
        <p14:creationId xmlns:p14="http://schemas.microsoft.com/office/powerpoint/2010/main" val="1885528281"/>
      </p:ext>
    </p:extLst>
  </p:cSld>
  <p:clrMapOvr>
    <a:masterClrMapping/>
  </p:clrMapOvr>
</p:sld>
</file>

<file path=ppt/theme/theme1.xml><?xml version="1.0" encoding="utf-8"?>
<a:theme xmlns:a="http://schemas.openxmlformats.org/drawingml/2006/main" name="MASTER_UPGRAD">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A0B7D4BF-F823-4A60-AE97-D3B3BE85E950}" vid="{1ADBB6A7-6E7E-4ADD-AD9D-36AA95C6FA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MASTER_UPGRAD</Template>
  <TotalTime>21847</TotalTime>
  <Words>1445</Words>
  <Application>Microsoft Office PowerPoint</Application>
  <PresentationFormat>On-screen Show (16:9)</PresentationFormat>
  <Paragraphs>157</Paragraphs>
  <Slides>21</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Calibri</vt:lpstr>
      <vt:lpstr>Gill Sans MT</vt:lpstr>
      <vt:lpstr>Neue Plak</vt:lpstr>
      <vt:lpstr>Proxima Nova</vt:lpstr>
      <vt:lpstr>Proxima Nova Light</vt:lpstr>
      <vt:lpstr>Proxima Nova Rg</vt:lpstr>
      <vt:lpstr>roboto</vt:lpstr>
      <vt:lpstr>Roboto Cn</vt:lpstr>
      <vt:lpstr>MASTER_UPGRAD</vt:lpstr>
      <vt:lpstr>PowerPoint Presentation</vt:lpstr>
      <vt:lpstr>PowerPoint Presentation</vt:lpstr>
      <vt:lpstr>PowerPoint Presentation</vt:lpstr>
      <vt:lpstr>PowerPoint Presentation</vt:lpstr>
      <vt:lpstr>Investment Case Study</vt:lpstr>
      <vt:lpstr>Investment Case Study</vt:lpstr>
      <vt:lpstr>Investment Case Study</vt:lpstr>
      <vt:lpstr>Investment Case Study</vt:lpstr>
      <vt:lpstr>Pre-Modelling Steps: Data Exploration</vt:lpstr>
      <vt:lpstr>Pre-Modelling Steps: Data Cleaning</vt:lpstr>
      <vt:lpstr>Pre-Modelling Steps: Joins</vt:lpstr>
      <vt:lpstr>Investment Case Study</vt:lpstr>
      <vt:lpstr>PowerPoint Presentation</vt:lpstr>
      <vt:lpstr>Missing Value Treatment</vt:lpstr>
      <vt:lpstr>Methods to treat missing values</vt:lpstr>
      <vt:lpstr>What is Exploratory Data Analysis?</vt:lpstr>
      <vt:lpstr>Univariate Analysis</vt:lpstr>
      <vt:lpstr>Continuous vs continuous</vt:lpstr>
      <vt:lpstr>Categorical &amp; Categorical</vt:lpstr>
      <vt:lpstr>Categorical &amp; continuous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harsh.asiwal@gmail.com</dc:creator>
  <cp:lastModifiedBy>Manish Kumar</cp:lastModifiedBy>
  <cp:revision>287</cp:revision>
  <dcterms:created xsi:type="dcterms:W3CDTF">2019-01-02T10:18:22Z</dcterms:created>
  <dcterms:modified xsi:type="dcterms:W3CDTF">2021-03-27T11:38:09Z</dcterms:modified>
</cp:coreProperties>
</file>